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1"/>
  </p:sldMasterIdLst>
  <p:notesMasterIdLst>
    <p:notesMasterId r:id="rId26"/>
  </p:notesMasterIdLst>
  <p:handoutMasterIdLst>
    <p:handoutMasterId r:id="rId27"/>
  </p:handoutMasterIdLst>
  <p:sldIdLst>
    <p:sldId id="324" r:id="rId2"/>
    <p:sldId id="387" r:id="rId3"/>
    <p:sldId id="388" r:id="rId4"/>
    <p:sldId id="325" r:id="rId5"/>
    <p:sldId id="389" r:id="rId6"/>
    <p:sldId id="449" r:id="rId7"/>
    <p:sldId id="430" r:id="rId8"/>
    <p:sldId id="415" r:id="rId9"/>
    <p:sldId id="433" r:id="rId10"/>
    <p:sldId id="450" r:id="rId11"/>
    <p:sldId id="434" r:id="rId12"/>
    <p:sldId id="435" r:id="rId13"/>
    <p:sldId id="436" r:id="rId14"/>
    <p:sldId id="437" r:id="rId15"/>
    <p:sldId id="416" r:id="rId16"/>
    <p:sldId id="438" r:id="rId17"/>
    <p:sldId id="439" r:id="rId18"/>
    <p:sldId id="441" r:id="rId19"/>
    <p:sldId id="445" r:id="rId20"/>
    <p:sldId id="418" r:id="rId21"/>
    <p:sldId id="443" r:id="rId22"/>
    <p:sldId id="444" r:id="rId23"/>
    <p:sldId id="448" r:id="rId24"/>
    <p:sldId id="414" r:id="rId25"/>
  </p:sldIdLst>
  <p:sldSz cx="10287000" cy="6858000" type="35mm"/>
  <p:notesSz cx="9601200" cy="7315200"/>
  <p:defaultTextStyle>
    <a:defPPr>
      <a:defRPr lang="en-US"/>
    </a:defPPr>
    <a:lvl1pPr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1pPr>
    <a:lvl2pPr marL="4556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2pPr>
    <a:lvl3pPr marL="9128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3pPr>
    <a:lvl4pPr marL="13700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4pPr>
    <a:lvl5pPr marL="18272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5pPr>
    <a:lvl6pPr marL="2286000" algn="l" defTabSz="914400" rtl="0" eaLnBrk="1" latinLnBrk="0" hangingPunct="1">
      <a:defRPr kern="1200">
        <a:solidFill>
          <a:schemeClr val="tx1"/>
        </a:solidFill>
        <a:latin typeface="Arial" pitchFamily="34" charset="0"/>
        <a:ea typeface="MS PGothic" pitchFamily="34" charset="-128"/>
        <a:cs typeface="+mn-cs"/>
      </a:defRPr>
    </a:lvl6pPr>
    <a:lvl7pPr marL="2743200" algn="l" defTabSz="914400" rtl="0" eaLnBrk="1" latinLnBrk="0" hangingPunct="1">
      <a:defRPr kern="1200">
        <a:solidFill>
          <a:schemeClr val="tx1"/>
        </a:solidFill>
        <a:latin typeface="Arial" pitchFamily="34" charset="0"/>
        <a:ea typeface="MS PGothic" pitchFamily="34" charset="-128"/>
        <a:cs typeface="+mn-cs"/>
      </a:defRPr>
    </a:lvl7pPr>
    <a:lvl8pPr marL="3200400" algn="l" defTabSz="914400" rtl="0" eaLnBrk="1" latinLnBrk="0" hangingPunct="1">
      <a:defRPr kern="1200">
        <a:solidFill>
          <a:schemeClr val="tx1"/>
        </a:solidFill>
        <a:latin typeface="Arial" pitchFamily="34" charset="0"/>
        <a:ea typeface="MS PGothic" pitchFamily="34" charset="-128"/>
        <a:cs typeface="+mn-cs"/>
      </a:defRPr>
    </a:lvl8pPr>
    <a:lvl9pPr marL="3657600" algn="l" defTabSz="914400" rtl="0" eaLnBrk="1" latinLnBrk="0" hangingPunct="1">
      <a:defRPr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240">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902B"/>
    <a:srgbClr val="BA2212"/>
    <a:srgbClr val="EE1A4C"/>
    <a:srgbClr val="FFFFFF"/>
    <a:srgbClr val="000099"/>
    <a:srgbClr val="FFBDDE"/>
    <a:srgbClr val="FFCCCC"/>
    <a:srgbClr val="FFCCFF"/>
    <a:srgbClr val="0809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78" autoAdjust="0"/>
    <p:restoredTop sz="81720" autoAdjust="0"/>
  </p:normalViewPr>
  <p:slideViewPr>
    <p:cSldViewPr>
      <p:cViewPr>
        <p:scale>
          <a:sx n="75" d="100"/>
          <a:sy n="75" d="100"/>
        </p:scale>
        <p:origin x="1651" y="43"/>
      </p:cViewPr>
      <p:guideLst>
        <p:guide orient="horz" pos="2160"/>
        <p:guide pos="32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3930"/>
    </p:cViewPr>
  </p:sorterViewPr>
  <p:notesViewPr>
    <p:cSldViewPr>
      <p:cViewPr varScale="1">
        <p:scale>
          <a:sx n="38" d="100"/>
          <a:sy n="38" d="100"/>
        </p:scale>
        <p:origin x="-1590" y="-90"/>
      </p:cViewPr>
      <p:guideLst>
        <p:guide orient="horz" pos="2304"/>
        <p:guide pos="302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4160838"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1" name="Rectangle 3"/>
          <p:cNvSpPr>
            <a:spLocks noGrp="1" noChangeArrowheads="1"/>
          </p:cNvSpPr>
          <p:nvPr>
            <p:ph type="dt" sz="quarter" idx="1"/>
          </p:nvPr>
        </p:nvSpPr>
        <p:spPr bwMode="auto">
          <a:xfrm>
            <a:off x="5440363" y="0"/>
            <a:ext cx="4160837"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2" name="Rectangle 4"/>
          <p:cNvSpPr>
            <a:spLocks noGrp="1" noChangeArrowheads="1"/>
          </p:cNvSpPr>
          <p:nvPr>
            <p:ph type="ftr" sz="quarter" idx="2"/>
          </p:nvPr>
        </p:nvSpPr>
        <p:spPr bwMode="auto">
          <a:xfrm>
            <a:off x="0" y="6948488"/>
            <a:ext cx="4160838"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3" name="Rectangle 5"/>
          <p:cNvSpPr>
            <a:spLocks noGrp="1" noChangeArrowheads="1"/>
          </p:cNvSpPr>
          <p:nvPr>
            <p:ph type="sldNum" sz="quarter" idx="3"/>
          </p:nvPr>
        </p:nvSpPr>
        <p:spPr bwMode="auto">
          <a:xfrm>
            <a:off x="5440363" y="6948488"/>
            <a:ext cx="4160837"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788" eaLnBrk="1" hangingPunct="1">
              <a:spcBef>
                <a:spcPct val="20000"/>
              </a:spcBef>
              <a:buClr>
                <a:schemeClr val="hlink"/>
              </a:buClr>
              <a:buSzPct val="110000"/>
              <a:buFont typeface="Wingdings" pitchFamily="2" charset="2"/>
              <a:buBlip>
                <a:blip r:embed="rId2"/>
              </a:buBlip>
              <a:defRPr sz="1200">
                <a:latin typeface=".VnTime" pitchFamily="34" charset="0"/>
              </a:defRPr>
            </a:lvl1pPr>
          </a:lstStyle>
          <a:p>
            <a:fld id="{9FB05F6A-398C-455D-BE8A-CDE75FC5BBFC}"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4160838"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defTabSz="966788" eaLnBrk="1" hangingPunct="1">
              <a:defRPr sz="1200">
                <a:latin typeface="Tahoma" pitchFamily="34" charset="0"/>
                <a:cs typeface="Arial" pitchFamily="34" charset="0"/>
              </a:defRPr>
            </a:lvl1pPr>
          </a:lstStyle>
          <a:p>
            <a:endParaRPr lang="en-US"/>
          </a:p>
        </p:txBody>
      </p:sp>
      <p:sp>
        <p:nvSpPr>
          <p:cNvPr id="48131" name="Rectangle 3"/>
          <p:cNvSpPr>
            <a:spLocks noGrp="1" noChangeArrowheads="1"/>
          </p:cNvSpPr>
          <p:nvPr>
            <p:ph type="dt" idx="1"/>
          </p:nvPr>
        </p:nvSpPr>
        <p:spPr bwMode="auto">
          <a:xfrm>
            <a:off x="5440363" y="0"/>
            <a:ext cx="4160837"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788" eaLnBrk="1" hangingPunct="1">
              <a:defRPr sz="1200">
                <a:latin typeface="Tahoma" pitchFamily="34" charset="0"/>
                <a:cs typeface="Arial" pitchFamily="34" charset="0"/>
              </a:defRPr>
            </a:lvl1pPr>
          </a:lstStyle>
          <a:p>
            <a:endParaRPr lang="en-US"/>
          </a:p>
        </p:txBody>
      </p:sp>
      <p:sp>
        <p:nvSpPr>
          <p:cNvPr id="13316" name="Rectangle 4"/>
          <p:cNvSpPr>
            <a:spLocks noGrp="1" noRot="1" noChangeAspect="1" noChangeArrowheads="1" noTextEdit="1"/>
          </p:cNvSpPr>
          <p:nvPr>
            <p:ph type="sldImg" idx="2"/>
          </p:nvPr>
        </p:nvSpPr>
        <p:spPr bwMode="auto">
          <a:xfrm>
            <a:off x="2743200" y="547688"/>
            <a:ext cx="4114800" cy="27432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1281113" y="3475038"/>
            <a:ext cx="7038975" cy="3292475"/>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p:cNvSpPr>
            <a:spLocks noGrp="1" noChangeArrowheads="1"/>
          </p:cNvSpPr>
          <p:nvPr>
            <p:ph type="ftr" sz="quarter" idx="4"/>
          </p:nvPr>
        </p:nvSpPr>
        <p:spPr bwMode="auto">
          <a:xfrm>
            <a:off x="0" y="6948488"/>
            <a:ext cx="4160838"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defTabSz="966788" eaLnBrk="1" hangingPunct="1">
              <a:defRPr sz="1200">
                <a:latin typeface="Tahoma" pitchFamily="34" charset="0"/>
                <a:cs typeface="Arial" pitchFamily="34" charset="0"/>
              </a:defRPr>
            </a:lvl1pPr>
          </a:lstStyle>
          <a:p>
            <a:endParaRPr lang="en-US"/>
          </a:p>
        </p:txBody>
      </p:sp>
      <p:sp>
        <p:nvSpPr>
          <p:cNvPr id="48135" name="Rectangle 7"/>
          <p:cNvSpPr>
            <a:spLocks noGrp="1" noChangeArrowheads="1"/>
          </p:cNvSpPr>
          <p:nvPr>
            <p:ph type="sldNum" sz="quarter" idx="5"/>
          </p:nvPr>
        </p:nvSpPr>
        <p:spPr bwMode="auto">
          <a:xfrm>
            <a:off x="5440363" y="6948488"/>
            <a:ext cx="4160837"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788" eaLnBrk="1" hangingPunct="1">
              <a:defRPr sz="1200">
                <a:latin typeface="Tahoma" pitchFamily="34" charset="0"/>
              </a:defRPr>
            </a:lvl1pPr>
          </a:lstStyle>
          <a:p>
            <a:fld id="{077C5485-9747-4CF4-B9B9-77ADA2DD2249}"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ＭＳ Ｐゴシック" charset="0"/>
      </a:defRPr>
    </a:lvl1pPr>
    <a:lvl2pPr marL="4556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2pPr>
    <a:lvl3pPr marL="9128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3pPr>
    <a:lvl4pPr marL="13700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4pPr>
    <a:lvl5pPr marL="18272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5pPr>
    <a:lvl6pPr marL="2285740" algn="l" defTabSz="914296" rtl="0" eaLnBrk="1" latinLnBrk="0" hangingPunct="1">
      <a:defRPr sz="1200" kern="1200">
        <a:solidFill>
          <a:schemeClr val="tx1"/>
        </a:solidFill>
        <a:latin typeface="+mn-lt"/>
        <a:ea typeface="+mn-ea"/>
        <a:cs typeface="+mn-cs"/>
      </a:defRPr>
    </a:lvl6pPr>
    <a:lvl7pPr marL="2742888" algn="l" defTabSz="914296" rtl="0" eaLnBrk="1" latinLnBrk="0" hangingPunct="1">
      <a:defRPr sz="1200" kern="1200">
        <a:solidFill>
          <a:schemeClr val="tx1"/>
        </a:solidFill>
        <a:latin typeface="+mn-lt"/>
        <a:ea typeface="+mn-ea"/>
        <a:cs typeface="+mn-cs"/>
      </a:defRPr>
    </a:lvl7pPr>
    <a:lvl8pPr marL="3200036" algn="l" defTabSz="914296" rtl="0" eaLnBrk="1" latinLnBrk="0" hangingPunct="1">
      <a:defRPr sz="1200" kern="1200">
        <a:solidFill>
          <a:schemeClr val="tx1"/>
        </a:solidFill>
        <a:latin typeface="+mn-lt"/>
        <a:ea typeface="+mn-ea"/>
        <a:cs typeface="+mn-cs"/>
      </a:defRPr>
    </a:lvl8pPr>
    <a:lvl9pPr marL="3657184" algn="l" defTabSz="91429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7C5485-9747-4CF4-B9B9-77ADA2DD2249}" type="slidenum">
              <a:rPr lang="en-US" smtClean="0"/>
              <a:pPr/>
              <a:t>9</a:t>
            </a:fld>
            <a:endParaRPr lang="en-US"/>
          </a:p>
        </p:txBody>
      </p:sp>
    </p:spTree>
    <p:extLst>
      <p:ext uri="{BB962C8B-B14F-4D97-AF65-F5344CB8AC3E}">
        <p14:creationId xmlns:p14="http://schemas.microsoft.com/office/powerpoint/2010/main" val="1036727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077C5485-9747-4CF4-B9B9-77ADA2DD2249}" type="slidenum">
              <a:rPr lang="en-US" smtClean="0"/>
              <a:pPr/>
              <a:t>24</a:t>
            </a:fld>
            <a:endParaRPr lang="en-US"/>
          </a:p>
        </p:txBody>
      </p:sp>
    </p:spTree>
    <p:extLst>
      <p:ext uri="{BB962C8B-B14F-4D97-AF65-F5344CB8AC3E}">
        <p14:creationId xmlns:p14="http://schemas.microsoft.com/office/powerpoint/2010/main" val="25954330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85875" y="1122363"/>
            <a:ext cx="7715250" cy="2387600"/>
          </a:xfrm>
        </p:spPr>
        <p:txBody>
          <a:bodyPr anchor="b"/>
          <a:lstStyle>
            <a:lvl1pPr algn="ctr">
              <a:defRPr sz="5063"/>
            </a:lvl1pPr>
          </a:lstStyle>
          <a:p>
            <a:r>
              <a:rPr lang="en-US"/>
              <a:t>Click to edit Master title style</a:t>
            </a:r>
          </a:p>
        </p:txBody>
      </p:sp>
      <p:sp>
        <p:nvSpPr>
          <p:cNvPr id="3" name="Subtitle 2"/>
          <p:cNvSpPr>
            <a:spLocks noGrp="1"/>
          </p:cNvSpPr>
          <p:nvPr>
            <p:ph type="subTitle" idx="1"/>
          </p:nvPr>
        </p:nvSpPr>
        <p:spPr>
          <a:xfrm>
            <a:off x="1285875" y="3602038"/>
            <a:ext cx="7715250" cy="1655762"/>
          </a:xfrm>
        </p:spPr>
        <p:txBody>
          <a:bodyPr/>
          <a:lstStyle>
            <a:lvl1pPr marL="0" indent="0" algn="ctr">
              <a:buNone/>
              <a:defRPr sz="2025"/>
            </a:lvl1pPr>
            <a:lvl2pPr marL="385785" indent="0" algn="ctr">
              <a:buNone/>
              <a:defRPr sz="1688"/>
            </a:lvl2pPr>
            <a:lvl3pPr marL="771571" indent="0" algn="ctr">
              <a:buNone/>
              <a:defRPr sz="1519"/>
            </a:lvl3pPr>
            <a:lvl4pPr marL="1157356" indent="0" algn="ctr">
              <a:buNone/>
              <a:defRPr sz="1350"/>
            </a:lvl4pPr>
            <a:lvl5pPr marL="1543141" indent="0" algn="ctr">
              <a:buNone/>
              <a:defRPr sz="1350"/>
            </a:lvl5pPr>
            <a:lvl6pPr marL="1928927" indent="0" algn="ctr">
              <a:buNone/>
              <a:defRPr sz="1350"/>
            </a:lvl6pPr>
            <a:lvl7pPr marL="2314712" indent="0" algn="ctr">
              <a:buNone/>
              <a:defRPr sz="1350"/>
            </a:lvl7pPr>
            <a:lvl8pPr marL="2700498" indent="0" algn="ctr">
              <a:buNone/>
              <a:defRPr sz="1350"/>
            </a:lvl8pPr>
            <a:lvl9pPr marL="3086283" indent="0" algn="ctr">
              <a:buNone/>
              <a:defRPr sz="135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BB53E1D-A0B1-4171-ABED-667787C30A3E}"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1012" y="188640"/>
            <a:ext cx="8874125" cy="1325563"/>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65EEBBBD-F88C-4D0A-B00C-08302391C972}" type="datetimeFigureOut">
              <a:rPr lang="en-US"/>
              <a:pPr/>
              <a:t>21/5/2025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A8C51A7-BEEA-471D-933F-7E35BC04A30F}"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3" y="1709739"/>
            <a:ext cx="8872538" cy="2852737"/>
          </a:xfrm>
        </p:spPr>
        <p:txBody>
          <a:bodyPr anchor="b"/>
          <a:lstStyle>
            <a:lvl1pPr>
              <a:defRPr sz="5063"/>
            </a:lvl1pPr>
          </a:lstStyle>
          <a:p>
            <a:r>
              <a:rPr lang="en-US"/>
              <a:t>Click to edit Master title style</a:t>
            </a:r>
          </a:p>
        </p:txBody>
      </p:sp>
      <p:sp>
        <p:nvSpPr>
          <p:cNvPr id="3" name="Text Placeholder 2"/>
          <p:cNvSpPr>
            <a:spLocks noGrp="1"/>
          </p:cNvSpPr>
          <p:nvPr>
            <p:ph type="body" idx="1"/>
          </p:nvPr>
        </p:nvSpPr>
        <p:spPr>
          <a:xfrm>
            <a:off x="701873" y="4589464"/>
            <a:ext cx="8872538" cy="1500187"/>
          </a:xfrm>
        </p:spPr>
        <p:txBody>
          <a:bodyPr/>
          <a:lstStyle>
            <a:lvl1pPr marL="0" indent="0">
              <a:buNone/>
              <a:defRPr sz="2025">
                <a:solidFill>
                  <a:schemeClr val="tx1">
                    <a:tint val="75000"/>
                  </a:schemeClr>
                </a:solidFill>
              </a:defRPr>
            </a:lvl1pPr>
            <a:lvl2pPr marL="385785" indent="0">
              <a:buNone/>
              <a:defRPr sz="1688">
                <a:solidFill>
                  <a:schemeClr val="tx1">
                    <a:tint val="75000"/>
                  </a:schemeClr>
                </a:solidFill>
              </a:defRPr>
            </a:lvl2pPr>
            <a:lvl3pPr marL="771571" indent="0">
              <a:buNone/>
              <a:defRPr sz="1519">
                <a:solidFill>
                  <a:schemeClr val="tx1">
                    <a:tint val="75000"/>
                  </a:schemeClr>
                </a:solidFill>
              </a:defRPr>
            </a:lvl3pPr>
            <a:lvl4pPr marL="1157356" indent="0">
              <a:buNone/>
              <a:defRPr sz="1350">
                <a:solidFill>
                  <a:schemeClr val="tx1">
                    <a:tint val="75000"/>
                  </a:schemeClr>
                </a:solidFill>
              </a:defRPr>
            </a:lvl4pPr>
            <a:lvl5pPr marL="1543141" indent="0">
              <a:buNone/>
              <a:defRPr sz="1350">
                <a:solidFill>
                  <a:schemeClr val="tx1">
                    <a:tint val="75000"/>
                  </a:schemeClr>
                </a:solidFill>
              </a:defRPr>
            </a:lvl5pPr>
            <a:lvl6pPr marL="1928927" indent="0">
              <a:buNone/>
              <a:defRPr sz="1350">
                <a:solidFill>
                  <a:schemeClr val="tx1">
                    <a:tint val="75000"/>
                  </a:schemeClr>
                </a:solidFill>
              </a:defRPr>
            </a:lvl6pPr>
            <a:lvl7pPr marL="2314712" indent="0">
              <a:buNone/>
              <a:defRPr sz="1350">
                <a:solidFill>
                  <a:schemeClr val="tx1">
                    <a:tint val="75000"/>
                  </a:schemeClr>
                </a:solidFill>
              </a:defRPr>
            </a:lvl7pPr>
            <a:lvl8pPr marL="2700498" indent="0">
              <a:buNone/>
              <a:defRPr sz="1350">
                <a:solidFill>
                  <a:schemeClr val="tx1">
                    <a:tint val="75000"/>
                  </a:schemeClr>
                </a:solidFill>
              </a:defRPr>
            </a:lvl8pPr>
            <a:lvl9pPr marL="3086283" indent="0">
              <a:buNone/>
              <a:defRPr sz="13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9D9EDF6-B61E-473A-9275-BAC1BDA0029B}" type="datetimeFigureOut">
              <a:rPr lang="en-US"/>
              <a:pPr/>
              <a:t>21/5/2025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88B2AA1-AEA7-40B9-AD8E-776A8F689794}"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1825625"/>
            <a:ext cx="437197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1825625"/>
            <a:ext cx="437197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36FBD08F-42E1-467C-8482-6F32381C3348}" type="datetimeFigureOut">
              <a:rPr lang="en-US"/>
              <a:pPr/>
              <a:t>21/5/2025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6E4EFCDD-D768-4613-87BA-5A10354114E3}"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365126"/>
            <a:ext cx="8872538" cy="1325563"/>
          </a:xfrm>
        </p:spPr>
        <p:txBody>
          <a:bodyPr/>
          <a:lstStyle/>
          <a:p>
            <a:r>
              <a:rPr lang="en-US"/>
              <a:t>Click to edit Master title style</a:t>
            </a:r>
          </a:p>
        </p:txBody>
      </p:sp>
      <p:sp>
        <p:nvSpPr>
          <p:cNvPr id="3" name="Text Placeholder 2"/>
          <p:cNvSpPr>
            <a:spLocks noGrp="1"/>
          </p:cNvSpPr>
          <p:nvPr>
            <p:ph type="body" idx="1"/>
          </p:nvPr>
        </p:nvSpPr>
        <p:spPr>
          <a:xfrm>
            <a:off x="708571" y="1681163"/>
            <a:ext cx="4351883" cy="823912"/>
          </a:xfrm>
        </p:spPr>
        <p:txBody>
          <a:bodyPr anchor="b"/>
          <a:lstStyle>
            <a:lvl1pPr marL="0" indent="0">
              <a:buNone/>
              <a:defRPr sz="2025" b="1"/>
            </a:lvl1pPr>
            <a:lvl2pPr marL="385785" indent="0">
              <a:buNone/>
              <a:defRPr sz="1688" b="1"/>
            </a:lvl2pPr>
            <a:lvl3pPr marL="771571" indent="0">
              <a:buNone/>
              <a:defRPr sz="1519" b="1"/>
            </a:lvl3pPr>
            <a:lvl4pPr marL="1157356" indent="0">
              <a:buNone/>
              <a:defRPr sz="1350" b="1"/>
            </a:lvl4pPr>
            <a:lvl5pPr marL="1543141" indent="0">
              <a:buNone/>
              <a:defRPr sz="1350" b="1"/>
            </a:lvl5pPr>
            <a:lvl6pPr marL="1928927" indent="0">
              <a:buNone/>
              <a:defRPr sz="1350" b="1"/>
            </a:lvl6pPr>
            <a:lvl7pPr marL="2314712" indent="0">
              <a:buNone/>
              <a:defRPr sz="1350" b="1"/>
            </a:lvl7pPr>
            <a:lvl8pPr marL="2700498" indent="0">
              <a:buNone/>
              <a:defRPr sz="1350" b="1"/>
            </a:lvl8pPr>
            <a:lvl9pPr marL="3086283" indent="0">
              <a:buNone/>
              <a:defRPr sz="1350" b="1"/>
            </a:lvl9pPr>
          </a:lstStyle>
          <a:p>
            <a:pPr lvl="0"/>
            <a:r>
              <a:rPr lang="en-US"/>
              <a:t>Click to edit Master text styles</a:t>
            </a:r>
          </a:p>
        </p:txBody>
      </p:sp>
      <p:sp>
        <p:nvSpPr>
          <p:cNvPr id="4" name="Content Placeholder 3"/>
          <p:cNvSpPr>
            <a:spLocks noGrp="1"/>
          </p:cNvSpPr>
          <p:nvPr>
            <p:ph sz="half" idx="2"/>
          </p:nvPr>
        </p:nvSpPr>
        <p:spPr>
          <a:xfrm>
            <a:off x="708571" y="2505075"/>
            <a:ext cx="435188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1681163"/>
            <a:ext cx="4373315" cy="823912"/>
          </a:xfrm>
        </p:spPr>
        <p:txBody>
          <a:bodyPr anchor="b"/>
          <a:lstStyle>
            <a:lvl1pPr marL="0" indent="0">
              <a:buNone/>
              <a:defRPr sz="2025" b="1"/>
            </a:lvl1pPr>
            <a:lvl2pPr marL="385785" indent="0">
              <a:buNone/>
              <a:defRPr sz="1688" b="1"/>
            </a:lvl2pPr>
            <a:lvl3pPr marL="771571" indent="0">
              <a:buNone/>
              <a:defRPr sz="1519" b="1"/>
            </a:lvl3pPr>
            <a:lvl4pPr marL="1157356" indent="0">
              <a:buNone/>
              <a:defRPr sz="1350" b="1"/>
            </a:lvl4pPr>
            <a:lvl5pPr marL="1543141" indent="0">
              <a:buNone/>
              <a:defRPr sz="1350" b="1"/>
            </a:lvl5pPr>
            <a:lvl6pPr marL="1928927" indent="0">
              <a:buNone/>
              <a:defRPr sz="1350" b="1"/>
            </a:lvl6pPr>
            <a:lvl7pPr marL="2314712" indent="0">
              <a:buNone/>
              <a:defRPr sz="1350" b="1"/>
            </a:lvl7pPr>
            <a:lvl8pPr marL="2700498" indent="0">
              <a:buNone/>
              <a:defRPr sz="1350" b="1"/>
            </a:lvl8pPr>
            <a:lvl9pPr marL="3086283" indent="0">
              <a:buNone/>
              <a:defRPr sz="1350" b="1"/>
            </a:lvl9pPr>
          </a:lstStyle>
          <a:p>
            <a:pPr lvl="0"/>
            <a:r>
              <a:rPr lang="en-US"/>
              <a:t>Click to edit Master text styles</a:t>
            </a:r>
          </a:p>
        </p:txBody>
      </p:sp>
      <p:sp>
        <p:nvSpPr>
          <p:cNvPr id="6" name="Content Placeholder 5"/>
          <p:cNvSpPr>
            <a:spLocks noGrp="1"/>
          </p:cNvSpPr>
          <p:nvPr>
            <p:ph sz="quarter" idx="4"/>
          </p:nvPr>
        </p:nvSpPr>
        <p:spPr>
          <a:xfrm>
            <a:off x="5207794" y="2505075"/>
            <a:ext cx="437331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CE3E18D6-E874-45EF-BDE1-3F1C6A343A99}" type="datetimeFigureOut">
              <a:rPr lang="en-US"/>
              <a:pPr/>
              <a:t>21/5/2025</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08EB50A5-30BD-43BB-AD4F-B4E94F8C7DAA}"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B5F168BB-F8B5-4B60-A2D9-15D6AAE85ECB}" type="datetimeFigureOut">
              <a:rPr lang="en-US"/>
              <a:pPr/>
              <a:t>21/5/2025</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789E71C2-40FC-46B0-9F54-054079C07FA8}"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1BDEA76D-4E6C-45C2-96AE-CD5B5C8A3520}" type="datetimeFigureOut">
              <a:rPr lang="en-US"/>
              <a:pPr/>
              <a:t>21/5/2025</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95EBE714-6393-4BF3-9D63-6DB1C693A11E}"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2" y="457200"/>
            <a:ext cx="3317825" cy="1600200"/>
          </a:xfrm>
        </p:spPr>
        <p:txBody>
          <a:bodyPr anchor="b"/>
          <a:lstStyle>
            <a:lvl1pPr>
              <a:defRPr sz="2700"/>
            </a:lvl1pPr>
          </a:lstStyle>
          <a:p>
            <a:r>
              <a:rPr lang="en-US"/>
              <a:t>Click to edit Master title style</a:t>
            </a:r>
          </a:p>
        </p:txBody>
      </p:sp>
      <p:sp>
        <p:nvSpPr>
          <p:cNvPr id="3" name="Content Placeholder 2"/>
          <p:cNvSpPr>
            <a:spLocks noGrp="1"/>
          </p:cNvSpPr>
          <p:nvPr>
            <p:ph idx="1"/>
          </p:nvPr>
        </p:nvSpPr>
        <p:spPr>
          <a:xfrm>
            <a:off x="4373315" y="987426"/>
            <a:ext cx="5207794" cy="4873625"/>
          </a:xfrm>
        </p:spPr>
        <p:txBody>
          <a:bodyPr/>
          <a:lstStyle>
            <a:lvl1pPr>
              <a:defRPr sz="2700"/>
            </a:lvl1pPr>
            <a:lvl2pPr>
              <a:defRPr sz="2363"/>
            </a:lvl2pPr>
            <a:lvl3pPr>
              <a:defRPr sz="2025"/>
            </a:lvl3pPr>
            <a:lvl4pPr>
              <a:defRPr sz="1688"/>
            </a:lvl4pPr>
            <a:lvl5pPr>
              <a:defRPr sz="1688"/>
            </a:lvl5pPr>
            <a:lvl6pPr>
              <a:defRPr sz="1688"/>
            </a:lvl6pPr>
            <a:lvl7pPr>
              <a:defRPr sz="1688"/>
            </a:lvl7pPr>
            <a:lvl8pPr>
              <a:defRPr sz="1688"/>
            </a:lvl8pPr>
            <a:lvl9pPr>
              <a:defRPr sz="168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2" y="2057400"/>
            <a:ext cx="3317825" cy="3811588"/>
          </a:xfrm>
        </p:spPr>
        <p:txBody>
          <a:bodyPr/>
          <a:lstStyle>
            <a:lvl1pPr marL="0" indent="0">
              <a:buNone/>
              <a:defRPr sz="1350"/>
            </a:lvl1pPr>
            <a:lvl2pPr marL="385785" indent="0">
              <a:buNone/>
              <a:defRPr sz="1181"/>
            </a:lvl2pPr>
            <a:lvl3pPr marL="771571" indent="0">
              <a:buNone/>
              <a:defRPr sz="1013"/>
            </a:lvl3pPr>
            <a:lvl4pPr marL="1157356" indent="0">
              <a:buNone/>
              <a:defRPr sz="844"/>
            </a:lvl4pPr>
            <a:lvl5pPr marL="1543141" indent="0">
              <a:buNone/>
              <a:defRPr sz="844"/>
            </a:lvl5pPr>
            <a:lvl6pPr marL="1928927" indent="0">
              <a:buNone/>
              <a:defRPr sz="844"/>
            </a:lvl6pPr>
            <a:lvl7pPr marL="2314712" indent="0">
              <a:buNone/>
              <a:defRPr sz="844"/>
            </a:lvl7pPr>
            <a:lvl8pPr marL="2700498" indent="0">
              <a:buNone/>
              <a:defRPr sz="844"/>
            </a:lvl8pPr>
            <a:lvl9pPr marL="3086283" indent="0">
              <a:buNone/>
              <a:defRPr sz="844"/>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41F56404-7C0A-4A70-80C7-58B4E18C2E79}" type="datetimeFigureOut">
              <a:rPr lang="en-US"/>
              <a:pPr/>
              <a:t>21/5/2025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7571977B-8A15-43E3-BB9A-6FACCCB6FD7B}"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2" y="457200"/>
            <a:ext cx="3317825" cy="1600200"/>
          </a:xfrm>
        </p:spPr>
        <p:txBody>
          <a:bodyPr anchor="b"/>
          <a:lstStyle>
            <a:lvl1pPr>
              <a:defRPr sz="2700"/>
            </a:lvl1pPr>
          </a:lstStyle>
          <a:p>
            <a:r>
              <a:rPr lang="en-US"/>
              <a:t>Click to edit Master title style</a:t>
            </a:r>
          </a:p>
        </p:txBody>
      </p:sp>
      <p:sp>
        <p:nvSpPr>
          <p:cNvPr id="3" name="Picture Placeholder 2"/>
          <p:cNvSpPr>
            <a:spLocks noGrp="1"/>
          </p:cNvSpPr>
          <p:nvPr>
            <p:ph type="pic" idx="1"/>
          </p:nvPr>
        </p:nvSpPr>
        <p:spPr>
          <a:xfrm>
            <a:off x="4373315" y="987426"/>
            <a:ext cx="5207794" cy="4873625"/>
          </a:xfrm>
        </p:spPr>
        <p:txBody>
          <a:bodyPr rtlCol="0">
            <a:normAutofit/>
          </a:bodyPr>
          <a:lstStyle>
            <a:lvl1pPr marL="0" indent="0">
              <a:buNone/>
              <a:defRPr sz="2700"/>
            </a:lvl1pPr>
            <a:lvl2pPr marL="385785" indent="0">
              <a:buNone/>
              <a:defRPr sz="2363"/>
            </a:lvl2pPr>
            <a:lvl3pPr marL="771571" indent="0">
              <a:buNone/>
              <a:defRPr sz="2025"/>
            </a:lvl3pPr>
            <a:lvl4pPr marL="1157356" indent="0">
              <a:buNone/>
              <a:defRPr sz="1688"/>
            </a:lvl4pPr>
            <a:lvl5pPr marL="1543141" indent="0">
              <a:buNone/>
              <a:defRPr sz="1688"/>
            </a:lvl5pPr>
            <a:lvl6pPr marL="1928927" indent="0">
              <a:buNone/>
              <a:defRPr sz="1688"/>
            </a:lvl6pPr>
            <a:lvl7pPr marL="2314712" indent="0">
              <a:buNone/>
              <a:defRPr sz="1688"/>
            </a:lvl7pPr>
            <a:lvl8pPr marL="2700498" indent="0">
              <a:buNone/>
              <a:defRPr sz="1688"/>
            </a:lvl8pPr>
            <a:lvl9pPr marL="3086283" indent="0">
              <a:buNone/>
              <a:defRPr sz="1688"/>
            </a:lvl9pPr>
          </a:lstStyle>
          <a:p>
            <a:pPr lvl="0"/>
            <a:endParaRPr lang="en-US" noProof="0"/>
          </a:p>
        </p:txBody>
      </p:sp>
      <p:sp>
        <p:nvSpPr>
          <p:cNvPr id="4" name="Text Placeholder 3"/>
          <p:cNvSpPr>
            <a:spLocks noGrp="1"/>
          </p:cNvSpPr>
          <p:nvPr>
            <p:ph type="body" sz="half" idx="2"/>
          </p:nvPr>
        </p:nvSpPr>
        <p:spPr>
          <a:xfrm>
            <a:off x="708572" y="2057400"/>
            <a:ext cx="3317825" cy="3811588"/>
          </a:xfrm>
        </p:spPr>
        <p:txBody>
          <a:bodyPr/>
          <a:lstStyle>
            <a:lvl1pPr marL="0" indent="0">
              <a:buNone/>
              <a:defRPr sz="1350"/>
            </a:lvl1pPr>
            <a:lvl2pPr marL="385785" indent="0">
              <a:buNone/>
              <a:defRPr sz="1181"/>
            </a:lvl2pPr>
            <a:lvl3pPr marL="771571" indent="0">
              <a:buNone/>
              <a:defRPr sz="1013"/>
            </a:lvl3pPr>
            <a:lvl4pPr marL="1157356" indent="0">
              <a:buNone/>
              <a:defRPr sz="844"/>
            </a:lvl4pPr>
            <a:lvl5pPr marL="1543141" indent="0">
              <a:buNone/>
              <a:defRPr sz="844"/>
            </a:lvl5pPr>
            <a:lvl6pPr marL="1928927" indent="0">
              <a:buNone/>
              <a:defRPr sz="844"/>
            </a:lvl6pPr>
            <a:lvl7pPr marL="2314712" indent="0">
              <a:buNone/>
              <a:defRPr sz="844"/>
            </a:lvl7pPr>
            <a:lvl8pPr marL="2700498" indent="0">
              <a:buNone/>
              <a:defRPr sz="844"/>
            </a:lvl8pPr>
            <a:lvl9pPr marL="3086283" indent="0">
              <a:buNone/>
              <a:defRPr sz="844"/>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7215D99E-F75E-417A-B6DD-B1DB5382627C}" type="datetimeFigureOut">
              <a:rPr lang="en-US"/>
              <a:pPr/>
              <a:t>21/5/2025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5588D9EC-88E8-42BE-9803-E404DECFA46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1419DB2C-0737-4180-B000-8EBA7417F610}" type="datetimeFigureOut">
              <a:rPr lang="en-US"/>
              <a:pPr/>
              <a:t>21/5/2025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00F31E5-861C-45F9-89E8-388DE9690F6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365125"/>
            <a:ext cx="2218134"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1" y="365125"/>
            <a:ext cx="652581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A034FEE0-FC62-4A35-BD96-9CA27BB140EB}" type="datetimeFigureOut">
              <a:rPr lang="en-US"/>
              <a:pPr/>
              <a:t>21/5/2025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F44D42D-A0F9-49AA-A49A-5E2A0AE1E140}"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706438" y="365125"/>
            <a:ext cx="8874125"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706438" y="1825625"/>
            <a:ext cx="8874125"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6438" y="6356350"/>
            <a:ext cx="2314575"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898989"/>
                </a:solidFill>
              </a:defRPr>
            </a:lvl1pPr>
          </a:lstStyle>
          <a:p>
            <a:fld id="{B21F9BC8-E4BD-4D0E-B6BB-10632FDE541F}" type="datetimeFigureOut">
              <a:rPr lang="en-US"/>
              <a:pPr/>
              <a:t>21/5/2025</a:t>
            </a:fld>
            <a:endParaRPr lang="en-US"/>
          </a:p>
        </p:txBody>
      </p:sp>
      <p:sp>
        <p:nvSpPr>
          <p:cNvPr id="5" name="Footer Placeholder 4"/>
          <p:cNvSpPr>
            <a:spLocks noGrp="1"/>
          </p:cNvSpPr>
          <p:nvPr>
            <p:ph type="ftr" sz="quarter" idx="3"/>
          </p:nvPr>
        </p:nvSpPr>
        <p:spPr>
          <a:xfrm>
            <a:off x="3408363" y="6356350"/>
            <a:ext cx="3471862"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898989"/>
                </a:solidFill>
              </a:defRPr>
            </a:lvl1pPr>
          </a:lstStyle>
          <a:p>
            <a:endParaRPr lang="en-US"/>
          </a:p>
        </p:txBody>
      </p:sp>
      <p:sp>
        <p:nvSpPr>
          <p:cNvPr id="6" name="Slide Number Placeholder 5"/>
          <p:cNvSpPr>
            <a:spLocks noGrp="1"/>
          </p:cNvSpPr>
          <p:nvPr>
            <p:ph type="sldNum" sz="quarter" idx="4"/>
          </p:nvPr>
        </p:nvSpPr>
        <p:spPr>
          <a:xfrm>
            <a:off x="7265988" y="6356350"/>
            <a:ext cx="2314575"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898989"/>
                </a:solidFill>
              </a:defRPr>
            </a:lvl1pPr>
          </a:lstStyle>
          <a:p>
            <a:fld id="{96B54179-4137-4CBB-A5F3-054D60058EF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824"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Lst>
  <p:hf hdr="0" ftr="0" dt="0"/>
  <p:txStyles>
    <p:titleStyle>
      <a:lvl1pPr algn="l" defTabSz="771525" rtl="0" eaLnBrk="0" fontAlgn="base" hangingPunct="0">
        <a:lnSpc>
          <a:spcPct val="90000"/>
        </a:lnSpc>
        <a:spcBef>
          <a:spcPct val="0"/>
        </a:spcBef>
        <a:spcAft>
          <a:spcPct val="0"/>
        </a:spcAft>
        <a:defRPr sz="3700" kern="1200">
          <a:solidFill>
            <a:schemeClr val="tx1"/>
          </a:solidFill>
          <a:latin typeface="+mj-lt"/>
          <a:ea typeface="+mj-ea"/>
          <a:cs typeface="+mj-cs"/>
        </a:defRPr>
      </a:lvl1pPr>
      <a:lvl2pPr algn="l" defTabSz="771525" rtl="0" eaLnBrk="0" fontAlgn="base" hangingPunct="0">
        <a:lnSpc>
          <a:spcPct val="90000"/>
        </a:lnSpc>
        <a:spcBef>
          <a:spcPct val="0"/>
        </a:spcBef>
        <a:spcAft>
          <a:spcPct val="0"/>
        </a:spcAft>
        <a:defRPr sz="3700">
          <a:solidFill>
            <a:schemeClr val="tx1"/>
          </a:solidFill>
          <a:latin typeface="Calibri Light" charset="0"/>
        </a:defRPr>
      </a:lvl2pPr>
      <a:lvl3pPr algn="l" defTabSz="771525" rtl="0" eaLnBrk="0" fontAlgn="base" hangingPunct="0">
        <a:lnSpc>
          <a:spcPct val="90000"/>
        </a:lnSpc>
        <a:spcBef>
          <a:spcPct val="0"/>
        </a:spcBef>
        <a:spcAft>
          <a:spcPct val="0"/>
        </a:spcAft>
        <a:defRPr sz="3700">
          <a:solidFill>
            <a:schemeClr val="tx1"/>
          </a:solidFill>
          <a:latin typeface="Calibri Light" charset="0"/>
        </a:defRPr>
      </a:lvl3pPr>
      <a:lvl4pPr algn="l" defTabSz="771525" rtl="0" eaLnBrk="0" fontAlgn="base" hangingPunct="0">
        <a:lnSpc>
          <a:spcPct val="90000"/>
        </a:lnSpc>
        <a:spcBef>
          <a:spcPct val="0"/>
        </a:spcBef>
        <a:spcAft>
          <a:spcPct val="0"/>
        </a:spcAft>
        <a:defRPr sz="3700">
          <a:solidFill>
            <a:schemeClr val="tx1"/>
          </a:solidFill>
          <a:latin typeface="Calibri Light" charset="0"/>
        </a:defRPr>
      </a:lvl4pPr>
      <a:lvl5pPr algn="l" defTabSz="771525" rtl="0" eaLnBrk="0" fontAlgn="base" hangingPunct="0">
        <a:lnSpc>
          <a:spcPct val="90000"/>
        </a:lnSpc>
        <a:spcBef>
          <a:spcPct val="0"/>
        </a:spcBef>
        <a:spcAft>
          <a:spcPct val="0"/>
        </a:spcAft>
        <a:defRPr sz="3700">
          <a:solidFill>
            <a:schemeClr val="tx1"/>
          </a:solidFill>
          <a:latin typeface="Calibri Light" charset="0"/>
        </a:defRPr>
      </a:lvl5pPr>
      <a:lvl6pPr marL="457200" algn="l" defTabSz="771525" rtl="0" fontAlgn="base">
        <a:lnSpc>
          <a:spcPct val="90000"/>
        </a:lnSpc>
        <a:spcBef>
          <a:spcPct val="0"/>
        </a:spcBef>
        <a:spcAft>
          <a:spcPct val="0"/>
        </a:spcAft>
        <a:defRPr sz="3700">
          <a:solidFill>
            <a:schemeClr val="tx1"/>
          </a:solidFill>
          <a:latin typeface="Calibri Light" charset="0"/>
        </a:defRPr>
      </a:lvl6pPr>
      <a:lvl7pPr marL="914400" algn="l" defTabSz="771525" rtl="0" fontAlgn="base">
        <a:lnSpc>
          <a:spcPct val="90000"/>
        </a:lnSpc>
        <a:spcBef>
          <a:spcPct val="0"/>
        </a:spcBef>
        <a:spcAft>
          <a:spcPct val="0"/>
        </a:spcAft>
        <a:defRPr sz="3700">
          <a:solidFill>
            <a:schemeClr val="tx1"/>
          </a:solidFill>
          <a:latin typeface="Calibri Light" charset="0"/>
        </a:defRPr>
      </a:lvl7pPr>
      <a:lvl8pPr marL="1371600" algn="l" defTabSz="771525" rtl="0" fontAlgn="base">
        <a:lnSpc>
          <a:spcPct val="90000"/>
        </a:lnSpc>
        <a:spcBef>
          <a:spcPct val="0"/>
        </a:spcBef>
        <a:spcAft>
          <a:spcPct val="0"/>
        </a:spcAft>
        <a:defRPr sz="3700">
          <a:solidFill>
            <a:schemeClr val="tx1"/>
          </a:solidFill>
          <a:latin typeface="Calibri Light" charset="0"/>
        </a:defRPr>
      </a:lvl8pPr>
      <a:lvl9pPr marL="1828800" algn="l" defTabSz="771525" rtl="0" fontAlgn="base">
        <a:lnSpc>
          <a:spcPct val="90000"/>
        </a:lnSpc>
        <a:spcBef>
          <a:spcPct val="0"/>
        </a:spcBef>
        <a:spcAft>
          <a:spcPct val="0"/>
        </a:spcAft>
        <a:defRPr sz="3700">
          <a:solidFill>
            <a:schemeClr val="tx1"/>
          </a:solidFill>
          <a:latin typeface="Calibri Light" charset="0"/>
        </a:defRPr>
      </a:lvl9pPr>
    </p:titleStyle>
    <p:bodyStyle>
      <a:lvl1pPr marL="192088" indent="-192088" algn="l" defTabSz="771525" rtl="0" eaLnBrk="0" fontAlgn="base" hangingPunct="0">
        <a:lnSpc>
          <a:spcPct val="90000"/>
        </a:lnSpc>
        <a:spcBef>
          <a:spcPts val="850"/>
        </a:spcBef>
        <a:spcAft>
          <a:spcPct val="0"/>
        </a:spcAft>
        <a:buFont typeface="Arial" pitchFamily="34" charset="0"/>
        <a:buChar char="•"/>
        <a:defRPr sz="2300" kern="1200">
          <a:solidFill>
            <a:schemeClr val="tx1"/>
          </a:solidFill>
          <a:latin typeface="+mn-lt"/>
          <a:ea typeface="+mn-ea"/>
          <a:cs typeface="+mn-cs"/>
        </a:defRPr>
      </a:lvl1pPr>
      <a:lvl2pPr marL="577850" indent="-192088" algn="l" defTabSz="771525" rtl="0" eaLnBrk="0" fontAlgn="base" hangingPunct="0">
        <a:lnSpc>
          <a:spcPct val="90000"/>
        </a:lnSpc>
        <a:spcBef>
          <a:spcPts val="425"/>
        </a:spcBef>
        <a:spcAft>
          <a:spcPct val="0"/>
        </a:spcAft>
        <a:buFont typeface="Arial" pitchFamily="34" charset="0"/>
        <a:buChar char="•"/>
        <a:defRPr sz="2000" kern="1200">
          <a:solidFill>
            <a:schemeClr val="tx1"/>
          </a:solidFill>
          <a:latin typeface="+mn-lt"/>
          <a:ea typeface="+mn-ea"/>
          <a:cs typeface="+mn-cs"/>
        </a:defRPr>
      </a:lvl2pPr>
      <a:lvl3pPr marL="963613" indent="-192088" algn="l" defTabSz="771525" rtl="0" eaLnBrk="0" fontAlgn="base" hangingPunct="0">
        <a:lnSpc>
          <a:spcPct val="90000"/>
        </a:lnSpc>
        <a:spcBef>
          <a:spcPts val="425"/>
        </a:spcBef>
        <a:spcAft>
          <a:spcPct val="0"/>
        </a:spcAft>
        <a:buFont typeface="Arial" pitchFamily="34" charset="0"/>
        <a:buChar char="•"/>
        <a:defRPr sz="1600" kern="1200">
          <a:solidFill>
            <a:schemeClr val="tx1"/>
          </a:solidFill>
          <a:latin typeface="+mn-lt"/>
          <a:ea typeface="+mn-ea"/>
          <a:cs typeface="+mn-cs"/>
        </a:defRPr>
      </a:lvl3pPr>
      <a:lvl4pPr marL="1349375"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4pPr>
      <a:lvl5pPr marL="1735138"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5pPr>
      <a:lvl6pPr marL="2121819"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6pPr>
      <a:lvl7pPr marL="2507605"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7pPr>
      <a:lvl8pPr marL="2893390"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8pPr>
      <a:lvl9pPr marL="3279176"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9pPr>
    </p:bodyStyle>
    <p:otherStyle>
      <a:defPPr>
        <a:defRPr lang="en-US"/>
      </a:defPPr>
      <a:lvl1pPr marL="0" algn="l" defTabSz="771571" rtl="0" eaLnBrk="1" latinLnBrk="0" hangingPunct="1">
        <a:defRPr sz="1519" kern="1200">
          <a:solidFill>
            <a:schemeClr val="tx1"/>
          </a:solidFill>
          <a:latin typeface="+mn-lt"/>
          <a:ea typeface="+mn-ea"/>
          <a:cs typeface="+mn-cs"/>
        </a:defRPr>
      </a:lvl1pPr>
      <a:lvl2pPr marL="385785" algn="l" defTabSz="771571" rtl="0" eaLnBrk="1" latinLnBrk="0" hangingPunct="1">
        <a:defRPr sz="1519" kern="1200">
          <a:solidFill>
            <a:schemeClr val="tx1"/>
          </a:solidFill>
          <a:latin typeface="+mn-lt"/>
          <a:ea typeface="+mn-ea"/>
          <a:cs typeface="+mn-cs"/>
        </a:defRPr>
      </a:lvl2pPr>
      <a:lvl3pPr marL="771571" algn="l" defTabSz="771571" rtl="0" eaLnBrk="1" latinLnBrk="0" hangingPunct="1">
        <a:defRPr sz="1519" kern="1200">
          <a:solidFill>
            <a:schemeClr val="tx1"/>
          </a:solidFill>
          <a:latin typeface="+mn-lt"/>
          <a:ea typeface="+mn-ea"/>
          <a:cs typeface="+mn-cs"/>
        </a:defRPr>
      </a:lvl3pPr>
      <a:lvl4pPr marL="1157356" algn="l" defTabSz="771571" rtl="0" eaLnBrk="1" latinLnBrk="0" hangingPunct="1">
        <a:defRPr sz="1519" kern="1200">
          <a:solidFill>
            <a:schemeClr val="tx1"/>
          </a:solidFill>
          <a:latin typeface="+mn-lt"/>
          <a:ea typeface="+mn-ea"/>
          <a:cs typeface="+mn-cs"/>
        </a:defRPr>
      </a:lvl4pPr>
      <a:lvl5pPr marL="1543141" algn="l" defTabSz="771571" rtl="0" eaLnBrk="1" latinLnBrk="0" hangingPunct="1">
        <a:defRPr sz="1519" kern="1200">
          <a:solidFill>
            <a:schemeClr val="tx1"/>
          </a:solidFill>
          <a:latin typeface="+mn-lt"/>
          <a:ea typeface="+mn-ea"/>
          <a:cs typeface="+mn-cs"/>
        </a:defRPr>
      </a:lvl5pPr>
      <a:lvl6pPr marL="1928927" algn="l" defTabSz="771571" rtl="0" eaLnBrk="1" latinLnBrk="0" hangingPunct="1">
        <a:defRPr sz="1519" kern="1200">
          <a:solidFill>
            <a:schemeClr val="tx1"/>
          </a:solidFill>
          <a:latin typeface="+mn-lt"/>
          <a:ea typeface="+mn-ea"/>
          <a:cs typeface="+mn-cs"/>
        </a:defRPr>
      </a:lvl6pPr>
      <a:lvl7pPr marL="2314712" algn="l" defTabSz="771571" rtl="0" eaLnBrk="1" latinLnBrk="0" hangingPunct="1">
        <a:defRPr sz="1519" kern="1200">
          <a:solidFill>
            <a:schemeClr val="tx1"/>
          </a:solidFill>
          <a:latin typeface="+mn-lt"/>
          <a:ea typeface="+mn-ea"/>
          <a:cs typeface="+mn-cs"/>
        </a:defRPr>
      </a:lvl7pPr>
      <a:lvl8pPr marL="2700498" algn="l" defTabSz="771571" rtl="0" eaLnBrk="1" latinLnBrk="0" hangingPunct="1">
        <a:defRPr sz="1519" kern="1200">
          <a:solidFill>
            <a:schemeClr val="tx1"/>
          </a:solidFill>
          <a:latin typeface="+mn-lt"/>
          <a:ea typeface="+mn-ea"/>
          <a:cs typeface="+mn-cs"/>
        </a:defRPr>
      </a:lvl8pPr>
      <a:lvl9pPr marL="3086283" algn="l" defTabSz="771571" rtl="0" eaLnBrk="1" latinLnBrk="0" hangingPunct="1">
        <a:defRPr sz="151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5"/>
          <p:cNvSpPr>
            <a:spLocks noGrp="1" noChangeArrowheads="1"/>
          </p:cNvSpPr>
          <p:nvPr>
            <p:ph type="ctrTitle"/>
          </p:nvPr>
        </p:nvSpPr>
        <p:spPr>
          <a:xfrm>
            <a:off x="318964" y="3500438"/>
            <a:ext cx="9685461" cy="2016794"/>
          </a:xfrm>
        </p:spPr>
        <p:txBody>
          <a:bodyPr/>
          <a:lstStyle/>
          <a:p>
            <a:pPr eaLnBrk="1" hangingPunct="1">
              <a:lnSpc>
                <a:spcPct val="110000"/>
              </a:lnSpc>
            </a:pPr>
            <a:r>
              <a:rPr lang="en-US" sz="3600" b="1" dirty="0" smtClean="0">
                <a:solidFill>
                  <a:schemeClr val="bg1"/>
                </a:solidFill>
                <a:latin typeface="Times New Roman" panose="02020603050405020304" pitchFamily="18" charset="0"/>
                <a:ea typeface="MS PGothic" pitchFamily="34" charset="-128"/>
                <a:cs typeface="Times New Roman" panose="02020603050405020304" pitchFamily="18" charset="0"/>
              </a:rPr>
              <a:t>ĐỒ ÁN TỐT NGHIỆP</a:t>
            </a:r>
            <a:r>
              <a:rPr lang="en-US" sz="3600" dirty="0" smtClean="0">
                <a:latin typeface="Times New Roman" panose="02020603050405020304" pitchFamily="18" charset="0"/>
                <a:ea typeface="MS PGothic" pitchFamily="34" charset="-128"/>
                <a:cs typeface="Times New Roman" panose="02020603050405020304" pitchFamily="18" charset="0"/>
              </a:rPr>
              <a:t/>
            </a:r>
            <a:br>
              <a:rPr lang="en-US" sz="3600" dirty="0" smtClean="0">
                <a:latin typeface="Times New Roman" panose="02020603050405020304" pitchFamily="18" charset="0"/>
                <a:ea typeface="MS PGothic" pitchFamily="34" charset="-128"/>
                <a:cs typeface="Times New Roman" panose="02020603050405020304" pitchFamily="18" charset="0"/>
              </a:rPr>
            </a:br>
            <a:r>
              <a:rPr lang="vi-VN" sz="2800" dirty="0" smtClean="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ĐỀ</a:t>
            </a:r>
            <a:r>
              <a:rPr lang="en-US" sz="2800" dirty="0" smtClean="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 TÀI</a:t>
            </a:r>
            <a:r>
              <a:rPr lang="vi-VN" sz="2800" dirty="0" smtClean="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 </a:t>
            </a:r>
            <a:r>
              <a:rPr lang="en-US" sz="2800" dirty="0" smtClean="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PHÁT HIỆN VÀ TRÍCH XUẤT THÔNG TIN TRÊN DANH THIẾP</a:t>
            </a:r>
            <a:endParaRPr lang="en-US" sz="2800" dirty="0">
              <a:latin typeface="Times New Roman" panose="02020603050405020304" pitchFamily="18" charset="0"/>
              <a:ea typeface="MS PGothic" pitchFamily="34" charset="-128"/>
              <a:cs typeface="Times New Roman" panose="02020603050405020304" pitchFamily="18" charset="0"/>
            </a:endParaRPr>
          </a:p>
        </p:txBody>
      </p:sp>
      <p:sp>
        <p:nvSpPr>
          <p:cNvPr id="15362" name="Rectangle 222"/>
          <p:cNvSpPr>
            <a:spLocks noGrp="1" noChangeArrowheads="1"/>
          </p:cNvSpPr>
          <p:nvPr>
            <p:ph type="sldNum" sz="quarter" idx="12"/>
          </p:nvPr>
        </p:nvSpPr>
        <p:spPr bwMode="auto">
          <a:noFill/>
          <a:ln>
            <a:miter lim="800000"/>
            <a:headEnd/>
            <a:tailEnd/>
          </a:ln>
        </p:spPr>
        <p:txBody>
          <a:bodyPr/>
          <a:lstStyle/>
          <a:p>
            <a:fld id="{574EA467-8A07-4E6F-9E13-CD60ADF26F12}" type="slidenum">
              <a:rPr lang="en-US" sz="1200">
                <a:solidFill>
                  <a:schemeClr val="tx1"/>
                </a:solidFill>
              </a:rPr>
              <a:pPr/>
              <a:t>1</a:t>
            </a:fld>
            <a:endParaRPr lang="en-US" sz="1200">
              <a:solidFill>
                <a:schemeClr val="tx1"/>
              </a:solidFill>
            </a:endParaRPr>
          </a:p>
        </p:txBody>
      </p:sp>
      <p:sp>
        <p:nvSpPr>
          <p:cNvPr id="15363" name="Rectangle 10"/>
          <p:cNvSpPr>
            <a:spLocks noChangeArrowheads="1"/>
          </p:cNvSpPr>
          <p:nvPr/>
        </p:nvSpPr>
        <p:spPr bwMode="auto">
          <a:xfrm>
            <a:off x="771525" y="3200400"/>
            <a:ext cx="9086850" cy="76200"/>
          </a:xfrm>
          <a:prstGeom prst="rect">
            <a:avLst/>
          </a:prstGeom>
          <a:solidFill>
            <a:schemeClr val="accent1"/>
          </a:solidFill>
          <a:ln w="9525">
            <a:solidFill>
              <a:schemeClr val="tx1"/>
            </a:solidFill>
            <a:miter lim="800000"/>
            <a:headEnd/>
            <a:tailEnd/>
          </a:ln>
        </p:spPr>
        <p:txBody>
          <a:bodyPr wrap="none" lIns="89990" tIns="46795" rIns="89990" bIns="46795" anchor="ctr"/>
          <a:lstStyle/>
          <a:p>
            <a:pPr eaLnBrk="1" hangingPunct="1"/>
            <a:endParaRPr lang="vi-VN"/>
          </a:p>
        </p:txBody>
      </p:sp>
      <p:sp>
        <p:nvSpPr>
          <p:cNvPr id="242702" name="Rectangle 14"/>
          <p:cNvSpPr>
            <a:spLocks noChangeArrowheads="1"/>
          </p:cNvSpPr>
          <p:nvPr/>
        </p:nvSpPr>
        <p:spPr bwMode="auto">
          <a:xfrm>
            <a:off x="4414838" y="2357438"/>
            <a:ext cx="5589587" cy="685800"/>
          </a:xfrm>
          <a:prstGeom prst="rect">
            <a:avLst/>
          </a:prstGeom>
          <a:noFill/>
          <a:ln w="9525">
            <a:noFill/>
            <a:miter lim="800000"/>
            <a:headEnd/>
            <a:tailEnd/>
          </a:ln>
          <a:effectLst/>
        </p:spPr>
        <p:txBody>
          <a:bodyPr lIns="91429" tIns="45715" rIns="91429" bIns="45715" anchor="b" anchorCtr="1"/>
          <a:lstStyle/>
          <a:p>
            <a:pPr algn="ctr" eaLnBrk="1" hangingPunct="1"/>
            <a:r>
              <a:rPr lang="en-US" sz="2400" b="1" dirty="0" smtClean="0">
                <a:solidFill>
                  <a:schemeClr val="bg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KHOA CÔNG NGHỆ THÔNG TIN</a:t>
            </a:r>
            <a:endParaRPr lang="en-US" sz="2400" b="1" dirty="0">
              <a:solidFill>
                <a:schemeClr val="bg1"/>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algn="ctr" eaLnBrk="1" hangingPunct="1"/>
            <a:r>
              <a:rPr lang="en-US" sz="2000" dirty="0">
                <a:solidFill>
                  <a:schemeClr val="bg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www.fit. huce.edu.vn</a:t>
            </a: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22"/>
          <p:cNvSpPr>
            <a:spLocks noGrp="1" noChangeArrowheads="1"/>
          </p:cNvSpPr>
          <p:nvPr>
            <p:ph type="sldNum" sz="quarter" idx="12"/>
          </p:nvPr>
        </p:nvSpPr>
        <p:spPr bwMode="auto">
          <a:noFill/>
          <a:ln>
            <a:miter lim="800000"/>
            <a:headEnd/>
            <a:tailEnd/>
          </a:ln>
        </p:spPr>
        <p:txBody>
          <a:bodyPr/>
          <a:lstStyle/>
          <a:p>
            <a:fld id="{574EA467-8A07-4E6F-9E13-CD60ADF26F12}" type="slidenum">
              <a:rPr lang="en-US" sz="1200">
                <a:solidFill>
                  <a:schemeClr val="tx1"/>
                </a:solidFill>
              </a:rPr>
              <a:pPr/>
              <a:t>2</a:t>
            </a:fld>
            <a:endParaRPr lang="en-US" sz="1200">
              <a:solidFill>
                <a:schemeClr val="tx1"/>
              </a:solidFill>
            </a:endParaRPr>
          </a:p>
        </p:txBody>
      </p:sp>
      <p:sp>
        <p:nvSpPr>
          <p:cNvPr id="5" name="TextBox 4">
            <a:extLst>
              <a:ext uri="{FF2B5EF4-FFF2-40B4-BE49-F238E27FC236}">
                <a16:creationId xmlns:a16="http://schemas.microsoft.com/office/drawing/2014/main" id="{EBD4B82B-D30C-53FE-B16F-D3DD9228DD0F}"/>
              </a:ext>
            </a:extLst>
          </p:cNvPr>
          <p:cNvSpPr txBox="1"/>
          <p:nvPr/>
        </p:nvSpPr>
        <p:spPr>
          <a:xfrm>
            <a:off x="691977" y="2348880"/>
            <a:ext cx="8901559" cy="2862322"/>
          </a:xfrm>
          <a:prstGeom prst="rect">
            <a:avLst/>
          </a:prstGeom>
          <a:noFill/>
        </p:spPr>
        <p:txBody>
          <a:bodyPr wrap="square" rtlCol="0">
            <a:spAutoFit/>
          </a:bodyPr>
          <a:lstStyle/>
          <a:p>
            <a:r>
              <a:rPr lang="en-US" sz="2500" b="1" dirty="0" smtClean="0">
                <a:solidFill>
                  <a:schemeClr val="bg1"/>
                </a:solidFill>
                <a:latin typeface="Times New Roman" panose="02020603050405020304" pitchFamily="18" charset="0"/>
                <a:cs typeface="Times New Roman" panose="02020603050405020304" pitchFamily="18" charset="0"/>
              </a:rPr>
              <a:t>HỌ VÀ TÊN</a:t>
            </a:r>
            <a:r>
              <a:rPr lang="en-US" sz="2500" dirty="0" smtClean="0">
                <a:solidFill>
                  <a:schemeClr val="bg1"/>
                </a:solidFill>
                <a:latin typeface="Times New Roman" panose="02020603050405020304" pitchFamily="18" charset="0"/>
                <a:cs typeface="Times New Roman" panose="02020603050405020304" pitchFamily="18" charset="0"/>
              </a:rPr>
              <a:t>: TRẦN VĂN THUẬN</a:t>
            </a:r>
          </a:p>
          <a:p>
            <a:endParaRPr lang="en-US" sz="2500" dirty="0" smtClean="0">
              <a:solidFill>
                <a:schemeClr val="bg1"/>
              </a:solidFill>
              <a:latin typeface="Times New Roman" panose="02020603050405020304" pitchFamily="18" charset="0"/>
              <a:cs typeface="Times New Roman" panose="02020603050405020304" pitchFamily="18" charset="0"/>
            </a:endParaRPr>
          </a:p>
          <a:p>
            <a:r>
              <a:rPr lang="en-US" sz="2500" b="1" dirty="0" smtClean="0">
                <a:solidFill>
                  <a:schemeClr val="bg1"/>
                </a:solidFill>
                <a:latin typeface="Times New Roman" panose="02020603050405020304" pitchFamily="18" charset="0"/>
                <a:cs typeface="Times New Roman" panose="02020603050405020304" pitchFamily="18" charset="0"/>
              </a:rPr>
              <a:t>LỚP</a:t>
            </a:r>
            <a:r>
              <a:rPr lang="en-US" sz="2500" dirty="0" smtClean="0">
                <a:solidFill>
                  <a:schemeClr val="bg1"/>
                </a:solidFill>
                <a:latin typeface="Times New Roman" panose="02020603050405020304" pitchFamily="18" charset="0"/>
                <a:cs typeface="Times New Roman" panose="02020603050405020304" pitchFamily="18" charset="0"/>
              </a:rPr>
              <a:t>: 65CS3</a:t>
            </a:r>
          </a:p>
          <a:p>
            <a:endParaRPr lang="en-US" sz="2500" dirty="0" smtClean="0">
              <a:solidFill>
                <a:schemeClr val="bg1"/>
              </a:solidFill>
              <a:latin typeface="Times New Roman" panose="02020603050405020304" pitchFamily="18" charset="0"/>
              <a:cs typeface="Times New Roman" panose="02020603050405020304" pitchFamily="18" charset="0"/>
            </a:endParaRPr>
          </a:p>
          <a:p>
            <a:r>
              <a:rPr lang="en-US" sz="2500" b="1" dirty="0" smtClean="0">
                <a:solidFill>
                  <a:schemeClr val="bg1"/>
                </a:solidFill>
                <a:latin typeface="Times New Roman" panose="02020603050405020304" pitchFamily="18" charset="0"/>
                <a:cs typeface="Times New Roman" panose="02020603050405020304" pitchFamily="18" charset="0"/>
              </a:rPr>
              <a:t>GIẢNG VIÊN HƯỚNG DẪN</a:t>
            </a:r>
            <a:r>
              <a:rPr lang="en-US" sz="2500" dirty="0" smtClean="0">
                <a:solidFill>
                  <a:schemeClr val="bg1"/>
                </a:solidFill>
                <a:latin typeface="Times New Roman" panose="02020603050405020304" pitchFamily="18" charset="0"/>
                <a:cs typeface="Times New Roman" panose="02020603050405020304" pitchFamily="18" charset="0"/>
              </a:rPr>
              <a:t>: THS. NGUYỄN ĐÌNH QUÝ</a:t>
            </a:r>
          </a:p>
          <a:p>
            <a:endParaRPr lang="en-US" sz="2500" dirty="0" smtClean="0">
              <a:solidFill>
                <a:schemeClr val="bg1"/>
              </a:solidFill>
              <a:latin typeface="Times New Roman" panose="02020603050405020304" pitchFamily="18" charset="0"/>
              <a:cs typeface="Times New Roman" panose="02020603050405020304" pitchFamily="18" charset="0"/>
            </a:endParaRPr>
          </a:p>
          <a:p>
            <a:r>
              <a:rPr lang="en-US" sz="2500" b="1" dirty="0" smtClean="0">
                <a:solidFill>
                  <a:schemeClr val="bg1"/>
                </a:solidFill>
                <a:latin typeface="Times New Roman" panose="02020603050405020304" pitchFamily="18" charset="0"/>
                <a:cs typeface="Times New Roman" panose="02020603050405020304" pitchFamily="18" charset="0"/>
              </a:rPr>
              <a:t>KHOA</a:t>
            </a:r>
            <a:r>
              <a:rPr lang="en-US" sz="2500" dirty="0" smtClean="0">
                <a:solidFill>
                  <a:schemeClr val="bg1"/>
                </a:solidFill>
                <a:latin typeface="Times New Roman" panose="02020603050405020304" pitchFamily="18" charset="0"/>
                <a:cs typeface="Times New Roman" panose="02020603050405020304" pitchFamily="18" charset="0"/>
              </a:rPr>
              <a:t>: CÔNG NGHỆ THÔNG TIN</a:t>
            </a:r>
            <a:r>
              <a:rPr lang="vi-VN" sz="3000" dirty="0" smtClean="0">
                <a:solidFill>
                  <a:schemeClr val="bg1"/>
                </a:solidFill>
                <a:latin typeface="Times New Roman" panose="02020603050405020304" pitchFamily="18" charset="0"/>
                <a:cs typeface="Times New Roman" panose="02020603050405020304" pitchFamily="18" charset="0"/>
              </a:rPr>
              <a:t> 	</a:t>
            </a:r>
            <a:endParaRPr lang="vi-VN" sz="3000" dirty="0">
              <a:solidFill>
                <a:schemeClr val="bg1"/>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680633" y="1340768"/>
            <a:ext cx="5400600" cy="477054"/>
          </a:xfrm>
          <a:prstGeom prst="rect">
            <a:avLst/>
          </a:prstGeom>
          <a:noFill/>
        </p:spPr>
        <p:txBody>
          <a:bodyPr wrap="square" rtlCol="0">
            <a:spAutoFit/>
          </a:bodyPr>
          <a:lstStyle/>
          <a:p>
            <a:r>
              <a:rPr lang="en-US" sz="2500" dirty="0" smtClean="0">
                <a:solidFill>
                  <a:schemeClr val="bg1"/>
                </a:solidFill>
                <a:latin typeface="Times New Roman" panose="02020603050405020304" pitchFamily="18" charset="0"/>
                <a:cs typeface="Times New Roman" panose="02020603050405020304" pitchFamily="18" charset="0"/>
              </a:rPr>
              <a:t>THÔNG TIN SINH VIÊN</a:t>
            </a:r>
            <a:endParaRPr lang="en-US" sz="25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3978692"/>
      </p:ext>
    </p:extLst>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22"/>
          <p:cNvSpPr>
            <a:spLocks noGrp="1" noChangeArrowheads="1"/>
          </p:cNvSpPr>
          <p:nvPr>
            <p:ph type="sldNum" sz="quarter" idx="12"/>
          </p:nvPr>
        </p:nvSpPr>
        <p:spPr bwMode="auto">
          <a:noFill/>
          <a:ln>
            <a:miter lim="800000"/>
            <a:headEnd/>
            <a:tailEnd/>
          </a:ln>
        </p:spPr>
        <p:txBody>
          <a:bodyPr/>
          <a:lstStyle/>
          <a:p>
            <a:fld id="{574EA467-8A07-4E6F-9E13-CD60ADF26F12}" type="slidenum">
              <a:rPr lang="en-US" sz="1200">
                <a:solidFill>
                  <a:schemeClr val="tx1"/>
                </a:solidFill>
              </a:rPr>
              <a:pPr/>
              <a:t>3</a:t>
            </a:fld>
            <a:endParaRPr lang="en-US" sz="1200">
              <a:solidFill>
                <a:schemeClr val="tx1"/>
              </a:solidFill>
            </a:endParaRPr>
          </a:p>
        </p:txBody>
      </p:sp>
      <p:sp>
        <p:nvSpPr>
          <p:cNvPr id="4" name="TextBox 3">
            <a:extLst>
              <a:ext uri="{FF2B5EF4-FFF2-40B4-BE49-F238E27FC236}">
                <a16:creationId xmlns:a16="http://schemas.microsoft.com/office/drawing/2014/main" id="{0D6182D5-CFC9-9AC0-9B46-43E0632DE013}"/>
              </a:ext>
            </a:extLst>
          </p:cNvPr>
          <p:cNvSpPr txBox="1"/>
          <p:nvPr/>
        </p:nvSpPr>
        <p:spPr>
          <a:xfrm>
            <a:off x="692720" y="1268760"/>
            <a:ext cx="6192688" cy="630942"/>
          </a:xfrm>
          <a:prstGeom prst="rect">
            <a:avLst/>
          </a:prstGeom>
          <a:noFill/>
        </p:spPr>
        <p:txBody>
          <a:bodyPr wrap="square" rtlCol="0">
            <a:spAutoFit/>
          </a:bodyPr>
          <a:lstStyle/>
          <a:p>
            <a:r>
              <a:rPr lang="vi-VN" sz="3500" dirty="0">
                <a:solidFill>
                  <a:schemeClr val="bg1"/>
                </a:solidFill>
                <a:latin typeface="+mj-lt"/>
                <a:cs typeface="Calibri" panose="020F0502020204030204" pitchFamily="34" charset="0"/>
              </a:rPr>
              <a:t>NỘI DUNG TRÌNH BÀY </a:t>
            </a:r>
          </a:p>
        </p:txBody>
      </p:sp>
      <p:sp>
        <p:nvSpPr>
          <p:cNvPr id="5" name="TextBox 4">
            <a:extLst>
              <a:ext uri="{FF2B5EF4-FFF2-40B4-BE49-F238E27FC236}">
                <a16:creationId xmlns:a16="http://schemas.microsoft.com/office/drawing/2014/main" id="{EBD4B82B-D30C-53FE-B16F-D3DD9228DD0F}"/>
              </a:ext>
            </a:extLst>
          </p:cNvPr>
          <p:cNvSpPr txBox="1"/>
          <p:nvPr/>
        </p:nvSpPr>
        <p:spPr>
          <a:xfrm>
            <a:off x="692720" y="2204864"/>
            <a:ext cx="8901559" cy="2785378"/>
          </a:xfrm>
          <a:prstGeom prst="rect">
            <a:avLst/>
          </a:prstGeom>
          <a:noFill/>
        </p:spPr>
        <p:txBody>
          <a:bodyPr wrap="square" rtlCol="0">
            <a:spAutoFit/>
          </a:bodyPr>
          <a:lstStyle/>
          <a:p>
            <a:pPr marL="571500" indent="-571500">
              <a:buAutoNum type="romanUcPeriod"/>
            </a:pPr>
            <a:r>
              <a:rPr lang="en-US" sz="2500" dirty="0" smtClean="0">
                <a:solidFill>
                  <a:schemeClr val="bg1"/>
                </a:solidFill>
                <a:latin typeface="Times New Roman" panose="02020603050405020304" pitchFamily="18" charset="0"/>
                <a:cs typeface="Times New Roman" panose="02020603050405020304" pitchFamily="18" charset="0"/>
              </a:rPr>
              <a:t>MỤC TIÊU ĐỀ </a:t>
            </a:r>
            <a:r>
              <a:rPr lang="en-US" sz="2500" dirty="0" smtClean="0">
                <a:solidFill>
                  <a:schemeClr val="bg1"/>
                </a:solidFill>
                <a:latin typeface="Times New Roman" panose="02020603050405020304" pitchFamily="18" charset="0"/>
                <a:cs typeface="Times New Roman" panose="02020603050405020304" pitchFamily="18" charset="0"/>
              </a:rPr>
              <a:t>TÀI</a:t>
            </a:r>
            <a:endParaRPr lang="en-US" sz="2500" dirty="0" smtClean="0">
              <a:solidFill>
                <a:schemeClr val="bg1"/>
              </a:solidFill>
              <a:latin typeface="Times New Roman" panose="02020603050405020304" pitchFamily="18" charset="0"/>
              <a:cs typeface="Times New Roman" panose="02020603050405020304" pitchFamily="18" charset="0"/>
            </a:endParaRPr>
          </a:p>
          <a:p>
            <a:pPr marL="571500" indent="-571500">
              <a:buAutoNum type="romanUcPeriod"/>
            </a:pPr>
            <a:r>
              <a:rPr lang="en-US" sz="2500" dirty="0" smtClean="0">
                <a:solidFill>
                  <a:schemeClr val="bg1"/>
                </a:solidFill>
                <a:latin typeface="Times New Roman" panose="02020603050405020304" pitchFamily="18" charset="0"/>
                <a:cs typeface="Times New Roman" panose="02020603050405020304" pitchFamily="18" charset="0"/>
              </a:rPr>
              <a:t>TỔNG QUAN VẤN ĐỀ VÀ LÝ DO CHỌN ĐỀ TÀI</a:t>
            </a:r>
          </a:p>
          <a:p>
            <a:pPr marL="571500" indent="-571500">
              <a:buAutoNum type="romanUcPeriod"/>
            </a:pPr>
            <a:r>
              <a:rPr lang="en-US" sz="2500" dirty="0" smtClean="0">
                <a:solidFill>
                  <a:schemeClr val="bg1"/>
                </a:solidFill>
                <a:latin typeface="Times New Roman" panose="02020603050405020304" pitchFamily="18" charset="0"/>
                <a:cs typeface="Times New Roman" panose="02020603050405020304" pitchFamily="18" charset="0"/>
              </a:rPr>
              <a:t>BÀI TOÁN PHÁT HIỆN VẬT THỂ</a:t>
            </a:r>
          </a:p>
          <a:p>
            <a:pPr marL="571500" indent="-571500">
              <a:buAutoNum type="romanUcPeriod"/>
            </a:pPr>
            <a:r>
              <a:rPr lang="en-US" sz="2500" dirty="0" smtClean="0">
                <a:solidFill>
                  <a:schemeClr val="bg1"/>
                </a:solidFill>
                <a:latin typeface="Times New Roman" panose="02020603050405020304" pitchFamily="18" charset="0"/>
                <a:cs typeface="Times New Roman" panose="02020603050405020304" pitchFamily="18" charset="0"/>
              </a:rPr>
              <a:t>CÔNG NGHỆ SỬ DỤNG</a:t>
            </a:r>
          </a:p>
          <a:p>
            <a:pPr marL="571500" indent="-571500">
              <a:buAutoNum type="romanUcPeriod"/>
            </a:pPr>
            <a:r>
              <a:rPr lang="en-US" sz="2500" dirty="0" smtClean="0">
                <a:solidFill>
                  <a:schemeClr val="bg1"/>
                </a:solidFill>
                <a:latin typeface="Times New Roman" panose="02020603050405020304" pitchFamily="18" charset="0"/>
                <a:cs typeface="Times New Roman" panose="02020603050405020304" pitchFamily="18" charset="0"/>
              </a:rPr>
              <a:t>QUY TRÌNH THỰC HIỆN</a:t>
            </a:r>
          </a:p>
          <a:p>
            <a:pPr marL="571500" indent="-571500">
              <a:buAutoNum type="romanUcPeriod"/>
            </a:pPr>
            <a:r>
              <a:rPr lang="en-US" sz="2500" dirty="0" smtClean="0">
                <a:solidFill>
                  <a:schemeClr val="bg1"/>
                </a:solidFill>
                <a:latin typeface="Times New Roman" panose="02020603050405020304" pitchFamily="18" charset="0"/>
                <a:cs typeface="Times New Roman" panose="02020603050405020304" pitchFamily="18" charset="0"/>
              </a:rPr>
              <a:t>THỰC NGHIỆM</a:t>
            </a:r>
          </a:p>
          <a:p>
            <a:pPr marL="571500" indent="-571500">
              <a:buAutoNum type="romanUcPeriod"/>
            </a:pPr>
            <a:r>
              <a:rPr lang="en-US" sz="2500" dirty="0" smtClean="0">
                <a:solidFill>
                  <a:schemeClr val="bg1"/>
                </a:solidFill>
                <a:latin typeface="Times New Roman" panose="02020603050405020304" pitchFamily="18" charset="0"/>
                <a:cs typeface="Times New Roman" panose="02020603050405020304" pitchFamily="18" charset="0"/>
              </a:rPr>
              <a:t>KẾT </a:t>
            </a:r>
            <a:r>
              <a:rPr lang="en-US" sz="2500" dirty="0" smtClean="0">
                <a:solidFill>
                  <a:schemeClr val="bg1"/>
                </a:solidFill>
                <a:latin typeface="Times New Roman" panose="02020603050405020304" pitchFamily="18" charset="0"/>
                <a:cs typeface="Times New Roman" panose="02020603050405020304" pitchFamily="18" charset="0"/>
              </a:rPr>
              <a:t>LUẬN</a:t>
            </a:r>
            <a:endParaRPr lang="vi-VN" sz="3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300123"/>
      </p:ext>
    </p:extLst>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8AE7B-E2CC-9A4B-9175-98E9D035D304}"/>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I. </a:t>
            </a:r>
            <a:r>
              <a:rPr lang="en-US" sz="2800" b="1" dirty="0" smtClean="0">
                <a:latin typeface="Times New Roman" panose="02020603050405020304" pitchFamily="18" charset="0"/>
                <a:cs typeface="Times New Roman" panose="02020603050405020304" pitchFamily="18" charset="0"/>
              </a:rPr>
              <a:t>MỤC TIÊU ĐỀ TÀI</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34C621-A288-B941-A3F5-6AD18FB626AC}"/>
              </a:ext>
            </a:extLst>
          </p:cNvPr>
          <p:cNvSpPr>
            <a:spLocks noGrp="1"/>
          </p:cNvSpPr>
          <p:nvPr>
            <p:ph idx="1"/>
          </p:nvPr>
        </p:nvSpPr>
        <p:spPr>
          <a:xfrm>
            <a:off x="763114" y="1412776"/>
            <a:ext cx="8874125" cy="4464496"/>
          </a:xfrm>
        </p:spPr>
        <p:txBody>
          <a:bodyPr/>
          <a:lstStyle/>
          <a:p>
            <a:pPr marL="457200" indent="-457200">
              <a:buFont typeface="+mj-lt"/>
              <a:buAutoNum type="arabicPeriod"/>
            </a:pPr>
            <a:r>
              <a:rPr lang="vi-VN" sz="2200" dirty="0" smtClean="0">
                <a:latin typeface="Times New Roman" panose="02020603050405020304" pitchFamily="18" charset="0"/>
                <a:cs typeface="Times New Roman" panose="02020603050405020304" pitchFamily="18" charset="0"/>
              </a:rPr>
              <a:t>Trong </a:t>
            </a:r>
            <a:r>
              <a:rPr lang="vi-VN" sz="2200" dirty="0">
                <a:latin typeface="Times New Roman" panose="02020603050405020304" pitchFamily="18" charset="0"/>
                <a:cs typeface="Times New Roman" panose="02020603050405020304" pitchFamily="18" charset="0"/>
              </a:rPr>
              <a:t>thời đại số hóa, việc nhập tay thông tin từ danh thiếp như </a:t>
            </a:r>
            <a:r>
              <a:rPr lang="en-US" sz="2200" dirty="0">
                <a:latin typeface="Times New Roman" panose="02020603050405020304" pitchFamily="18" charset="0"/>
                <a:cs typeface="Times New Roman" panose="02020603050405020304" pitchFamily="18" charset="0"/>
              </a:rPr>
              <a:t>(</a:t>
            </a:r>
            <a:r>
              <a:rPr lang="vi-VN" sz="2200" dirty="0">
                <a:latin typeface="Times New Roman" panose="02020603050405020304" pitchFamily="18" charset="0"/>
                <a:cs typeface="Times New Roman" panose="02020603050405020304" pitchFamily="18" charset="0"/>
              </a:rPr>
              <a:t>tên, số điện thoại, email</a:t>
            </a:r>
            <a:r>
              <a:rPr lang="en-US" sz="2200" dirty="0">
                <a:latin typeface="Times New Roman" panose="02020603050405020304" pitchFamily="18" charset="0"/>
                <a:cs typeface="Times New Roman" panose="02020603050405020304" pitchFamily="18" charset="0"/>
              </a:rPr>
              <a:t>, </a:t>
            </a:r>
            <a:r>
              <a:rPr lang="vi-VN" sz="2200" dirty="0">
                <a:latin typeface="Times New Roman" panose="02020603050405020304" pitchFamily="18" charset="0"/>
                <a:cs typeface="Times New Roman" panose="02020603050405020304" pitchFamily="18" charset="0"/>
              </a:rPr>
              <a:t>công ty</a:t>
            </a:r>
            <a:r>
              <a:rPr lang="en-US" sz="2200" dirty="0">
                <a:latin typeface="Times New Roman" panose="02020603050405020304" pitchFamily="18" charset="0"/>
                <a:cs typeface="Times New Roman" panose="02020603050405020304" pitchFamily="18" charset="0"/>
              </a:rPr>
              <a:t>,…)</a:t>
            </a:r>
            <a:r>
              <a:rPr lang="vi-VN" sz="2200" dirty="0">
                <a:latin typeface="Times New Roman" panose="02020603050405020304" pitchFamily="18" charset="0"/>
                <a:cs typeface="Times New Roman" panose="02020603050405020304" pitchFamily="18" charset="0"/>
              </a:rPr>
              <a:t>không chỉ mất thời gian mà còn dễ gây sai sót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không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hiệu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Một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phương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pháp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tự</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động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giúp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giảm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thiểu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lỗi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tăng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tốc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công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việc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ứng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dụng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rộng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rãi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sẽ</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giúp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tiết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kiệm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thời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gian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nhân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lực</a:t>
            </a:r>
            <a:r>
              <a:rPr lang="en-US" sz="2200" dirty="0">
                <a:latin typeface="Times New Roman" panose="02020603050405020304" pitchFamily="18" charset="0"/>
                <a:cs typeface="Times New Roman" panose="02020603050405020304" pitchFamily="18" charset="0"/>
              </a:rPr>
              <a:t>,...</a:t>
            </a:r>
          </a:p>
          <a:p>
            <a:pPr marL="457200" indent="-457200">
              <a:buFont typeface="+mj-lt"/>
              <a:buAutoNum type="arabicPeriod"/>
            </a:pPr>
            <a:endParaRPr lang="en-US" sz="2200"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vi-VN" sz="2200" dirty="0" smtClean="0">
                <a:latin typeface="Times New Roman" panose="02020603050405020304" pitchFamily="18" charset="0"/>
                <a:cs typeface="Times New Roman" panose="02020603050405020304" pitchFamily="18" charset="0"/>
              </a:rPr>
              <a:t>Đề </a:t>
            </a:r>
            <a:r>
              <a:rPr lang="vi-VN" sz="2200" dirty="0">
                <a:latin typeface="Times New Roman" panose="02020603050405020304" pitchFamily="18" charset="0"/>
                <a:cs typeface="Times New Roman" panose="02020603050405020304" pitchFamily="18" charset="0"/>
              </a:rPr>
              <a:t>tài này nhằm xây dựng một </a:t>
            </a:r>
            <a:r>
              <a:rPr lang="en-US" sz="2200" dirty="0" err="1" smtClean="0">
                <a:latin typeface="Times New Roman" panose="02020603050405020304" pitchFamily="18" charset="0"/>
                <a:cs typeface="Times New Roman" panose="02020603050405020304" pitchFamily="18" charset="0"/>
              </a:rPr>
              <a:t>phương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pháp</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tự</a:t>
            </a:r>
            <a:r>
              <a:rPr lang="en-US" sz="2200" dirty="0" smtClean="0">
                <a:latin typeface="Times New Roman" panose="02020603050405020304" pitchFamily="18" charset="0"/>
                <a:cs typeface="Times New Roman" panose="02020603050405020304" pitchFamily="18" charset="0"/>
              </a:rPr>
              <a:t> </a:t>
            </a:r>
            <a:r>
              <a:rPr lang="vi-VN" sz="2200" dirty="0" smtClean="0">
                <a:latin typeface="Times New Roman" panose="02020603050405020304" pitchFamily="18" charset="0"/>
                <a:cs typeface="Times New Roman" panose="02020603050405020304" pitchFamily="18" charset="0"/>
              </a:rPr>
              <a:t>động </a:t>
            </a:r>
            <a:r>
              <a:rPr lang="vi-VN" sz="2200" dirty="0">
                <a:latin typeface="Times New Roman" panose="02020603050405020304" pitchFamily="18" charset="0"/>
                <a:cs typeface="Times New Roman" panose="02020603050405020304" pitchFamily="18" charset="0"/>
              </a:rPr>
              <a:t>giúp phát hiện và trích xuất chính xác các trường thông tin trên danh thiếp bằng cách kết hợp giữa mô hình nhận diện vùng văn bản (YOLOv5) và công cụ nhận dạng ký tự tiếng Việt (VietOCR</a:t>
            </a:r>
            <a:r>
              <a:rPr lang="vi-VN" sz="2200" dirty="0" smtClean="0">
                <a:latin typeface="Times New Roman" panose="02020603050405020304" pitchFamily="18" charset="0"/>
                <a:cs typeface="Times New Roman" panose="02020603050405020304" pitchFamily="18" charset="0"/>
              </a:rPr>
              <a:t>).</a:t>
            </a:r>
            <a:endParaRPr lang="en-US" sz="2200" dirty="0" smtClean="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sz="2200"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200" dirty="0" err="1" smtClean="0">
                <a:latin typeface="Times New Roman" panose="02020603050405020304" pitchFamily="18" charset="0"/>
                <a:cs typeface="Times New Roman" panose="02020603050405020304" pitchFamily="18" charset="0"/>
              </a:rPr>
              <a:t>Tạo</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ra</a:t>
            </a:r>
            <a:r>
              <a:rPr lang="en-US" sz="2200" dirty="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phương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pháp</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xử</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lý</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có</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độ</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xác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cao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tốc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độ</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xử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lý</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nhanh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ứng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dụng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tế</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việc</a:t>
            </a:r>
            <a:r>
              <a:rPr lang="en-US" sz="2200" dirty="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trích</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xuất</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thông</a:t>
            </a:r>
            <a:r>
              <a:rPr lang="en-US" sz="2200" dirty="0" smtClean="0">
                <a:latin typeface="Times New Roman" panose="02020603050405020304" pitchFamily="18" charset="0"/>
                <a:cs typeface="Times New Roman" panose="02020603050405020304" pitchFamily="18" charset="0"/>
              </a:rPr>
              <a:t> tin </a:t>
            </a:r>
            <a:r>
              <a:rPr lang="en-US" sz="2200" dirty="0" err="1" smtClean="0">
                <a:latin typeface="Times New Roman" panose="02020603050405020304" pitchFamily="18" charset="0"/>
                <a:cs typeface="Times New Roman" panose="02020603050405020304" pitchFamily="18" charset="0"/>
              </a:rPr>
              <a:t>tự</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động</a:t>
            </a:r>
            <a:r>
              <a:rPr lang="en-US" sz="2200" dirty="0">
                <a:latin typeface="Times New Roman" panose="02020603050405020304" pitchFamily="18" charset="0"/>
                <a:cs typeface="Times New Roman" panose="02020603050405020304" pitchFamily="18" charset="0"/>
              </a:rPr>
              <a:t>.</a:t>
            </a:r>
            <a:endParaRPr lang="en-US" sz="2200" dirty="0" smtClean="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0B05ADF-06DA-3C4A-99A2-2D07E1BD9E40}"/>
              </a:ext>
            </a:extLst>
          </p:cNvPr>
          <p:cNvSpPr>
            <a:spLocks noGrp="1"/>
          </p:cNvSpPr>
          <p:nvPr>
            <p:ph type="sldNum" sz="quarter" idx="12"/>
          </p:nvPr>
        </p:nvSpPr>
        <p:spPr/>
        <p:txBody>
          <a:bodyPr/>
          <a:lstStyle/>
          <a:p>
            <a:fld id="{DA8C51A7-BEEA-471D-933F-7E35BC04A30F}" type="slidenum">
              <a:rPr lang="en-US"/>
              <a:pPr/>
              <a:t>4</a:t>
            </a:fld>
            <a:endParaRPr lang="en-US"/>
          </a:p>
        </p:txBody>
      </p:sp>
    </p:spTree>
    <p:extLst>
      <p:ext uri="{BB962C8B-B14F-4D97-AF65-F5344CB8AC3E}">
        <p14:creationId xmlns:p14="http://schemas.microsoft.com/office/powerpoint/2010/main" val="11840187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8AE7B-E2CC-9A4B-9175-98E9D035D304}"/>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II. TỔNG QUAN VẤN ĐỀ VÀ LÝ DO CHỌN ĐỀ TÀI</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34C621-A288-B941-A3F5-6AD18FB626AC}"/>
              </a:ext>
            </a:extLst>
          </p:cNvPr>
          <p:cNvSpPr>
            <a:spLocks noGrp="1"/>
          </p:cNvSpPr>
          <p:nvPr>
            <p:ph idx="1"/>
          </p:nvPr>
        </p:nvSpPr>
        <p:spPr>
          <a:xfrm>
            <a:off x="449263" y="1628800"/>
            <a:ext cx="9477622" cy="4075037"/>
          </a:xfrm>
        </p:spPr>
        <p:txBody>
          <a:bodyPr/>
          <a:lstStyle/>
          <a:p>
            <a:r>
              <a:rPr lang="vi-VN" sz="2200" dirty="0" smtClean="0">
                <a:latin typeface="Times New Roman" panose="02020603050405020304" pitchFamily="18" charset="0"/>
                <a:cs typeface="Times New Roman" panose="02020603050405020304" pitchFamily="18" charset="0"/>
              </a:rPr>
              <a:t>Danh thiếp là một công cụ quan trọng trong giao tiếp và kết nối kinh doanh. Tuy nhiên, việc quản lý thông tin danh thiếp truyền thống thường dựa vào thủ công.</a:t>
            </a:r>
            <a:endParaRPr lang="en-US" sz="2200" dirty="0" smtClean="0">
              <a:latin typeface="Times New Roman" panose="02020603050405020304" pitchFamily="18" charset="0"/>
              <a:cs typeface="Times New Roman" panose="02020603050405020304" pitchFamily="18" charset="0"/>
            </a:endParaRPr>
          </a:p>
          <a:p>
            <a:r>
              <a:rPr lang="vi-VN" sz="2200" dirty="0" smtClean="0">
                <a:latin typeface="Times New Roman" panose="02020603050405020304" pitchFamily="18" charset="0"/>
                <a:cs typeface="Times New Roman" panose="02020603050405020304" pitchFamily="18" charset="0"/>
              </a:rPr>
              <a:t>Các giải pháp hiện tại có hạn chế như độ chính xác thấp khi nhận diện ký tự, khó khăn trong việc nhận dạng bố cục phức tạp của danh thiếp.</a:t>
            </a:r>
            <a:endParaRPr lang="en-US" sz="2200" dirty="0" smtClean="0">
              <a:latin typeface="Times New Roman" panose="02020603050405020304" pitchFamily="18" charset="0"/>
              <a:cs typeface="Times New Roman" panose="02020603050405020304" pitchFamily="18" charset="0"/>
            </a:endParaRPr>
          </a:p>
          <a:p>
            <a:r>
              <a:rPr lang="vi-VN" sz="2200" dirty="0" smtClean="0">
                <a:latin typeface="Times New Roman" panose="02020603050405020304" pitchFamily="18" charset="0"/>
                <a:cs typeface="Times New Roman" panose="02020603050405020304" pitchFamily="18" charset="0"/>
              </a:rPr>
              <a:t>Công nghệ phát hiện đối tượng YOLOv5 hiện đang rất mạnh mẽ, nhanh và chính xác trong nhận diện vùng đối tượng.</a:t>
            </a:r>
            <a:endParaRPr lang="en-US" sz="2200" dirty="0" smtClean="0">
              <a:latin typeface="Times New Roman" panose="02020603050405020304" pitchFamily="18" charset="0"/>
              <a:cs typeface="Times New Roman" panose="02020603050405020304" pitchFamily="18" charset="0"/>
            </a:endParaRPr>
          </a:p>
          <a:p>
            <a:r>
              <a:rPr lang="en-US" sz="2200" dirty="0" err="1" smtClean="0">
                <a:latin typeface="Times New Roman" panose="02020603050405020304" pitchFamily="18" charset="0"/>
                <a:cs typeface="Times New Roman" panose="02020603050405020304" pitchFamily="18" charset="0"/>
              </a:rPr>
              <a:t>VietOCR</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là</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công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cụ</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nhận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dạng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ký</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tự</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quang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học</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hỗ</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trợ</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tiếng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Việt</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rất</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tốt</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giúp</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nâng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cao</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hiệu</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quả</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trích</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xuất</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văn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bản</a:t>
            </a:r>
            <a:r>
              <a:rPr lang="en-US" sz="2200" dirty="0" smtClean="0">
                <a:latin typeface="Times New Roman" panose="02020603050405020304" pitchFamily="18" charset="0"/>
                <a:cs typeface="Times New Roman" panose="02020603050405020304" pitchFamily="18" charset="0"/>
              </a:rPr>
              <a:t>.</a:t>
            </a:r>
          </a:p>
          <a:p>
            <a:r>
              <a:rPr lang="vi-VN" sz="2200" dirty="0" smtClean="0">
                <a:latin typeface="Times New Roman" panose="02020603050405020304" pitchFamily="18" charset="0"/>
                <a:cs typeface="Times New Roman" panose="02020603050405020304" pitchFamily="18" charset="0"/>
              </a:rPr>
              <a:t>Vì vậy, việc kết hợp hai công nghệ này nhằm phát triển một hệ thống hoàn chỉnh, đáp ứng được yêu cầu thực tế là cần thiết.</a:t>
            </a:r>
            <a:endParaRPr lang="en-US"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0B05ADF-06DA-3C4A-99A2-2D07E1BD9E40}"/>
              </a:ext>
            </a:extLst>
          </p:cNvPr>
          <p:cNvSpPr>
            <a:spLocks noGrp="1"/>
          </p:cNvSpPr>
          <p:nvPr>
            <p:ph type="sldNum" sz="quarter" idx="12"/>
          </p:nvPr>
        </p:nvSpPr>
        <p:spPr/>
        <p:txBody>
          <a:bodyPr/>
          <a:lstStyle/>
          <a:p>
            <a:fld id="{DA8C51A7-BEEA-471D-933F-7E35BC04A30F}" type="slidenum">
              <a:rPr lang="en-US"/>
              <a:pPr/>
              <a:t>5</a:t>
            </a:fld>
            <a:endParaRPr lang="en-US"/>
          </a:p>
        </p:txBody>
      </p:sp>
    </p:spTree>
    <p:extLst>
      <p:ext uri="{BB962C8B-B14F-4D97-AF65-F5344CB8AC3E}">
        <p14:creationId xmlns:p14="http://schemas.microsoft.com/office/powerpoint/2010/main" val="38079765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8AE7B-E2CC-9A4B-9175-98E9D035D304}"/>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III. BÀI TOÁN PHÁT HIỆN VẬT THỂ</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34C621-A288-B941-A3F5-6AD18FB626AC}"/>
              </a:ext>
            </a:extLst>
          </p:cNvPr>
          <p:cNvSpPr>
            <a:spLocks noGrp="1"/>
          </p:cNvSpPr>
          <p:nvPr>
            <p:ph idx="1"/>
          </p:nvPr>
        </p:nvSpPr>
        <p:spPr>
          <a:xfrm>
            <a:off x="449263" y="1268760"/>
            <a:ext cx="9477622" cy="1584175"/>
          </a:xfrm>
        </p:spPr>
        <p:txBody>
          <a:bodyPr/>
          <a:lstStyle/>
          <a:p>
            <a:r>
              <a:rPr lang="vi-VN" sz="2000" dirty="0">
                <a:latin typeface="+mj-lt"/>
              </a:rPr>
              <a:t>Phát hiện vật thể (Object Detection) là một bài toán quan trọng trong lĩnh vực thị giác máy tính (Computer Vision). Mục tiêu của bài toán là xác định vị trí và phân loại các đối tượng có mặt trong một ảnh hoặc video</a:t>
            </a:r>
            <a:r>
              <a:rPr lang="vi-VN" sz="2000" dirty="0" smtClean="0">
                <a:latin typeface="+mj-lt"/>
              </a:rPr>
              <a:t>.</a:t>
            </a:r>
            <a:endParaRPr lang="vi-VN" sz="2000" dirty="0">
              <a:latin typeface="+mj-lt"/>
            </a:endParaRPr>
          </a:p>
          <a:p>
            <a:r>
              <a:rPr lang="en-US" sz="2000" dirty="0" err="1">
                <a:latin typeface="Times New Roman" panose="02020603050405020304" pitchFamily="18" charset="0"/>
                <a:cs typeface="Times New Roman" panose="02020603050405020304" pitchFamily="18" charset="0"/>
              </a:rPr>
              <a:t>Bài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phát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vật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tầm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trọng</a:t>
            </a:r>
            <a:r>
              <a:rPr lang="en-US" sz="2000" dirty="0">
                <a:latin typeface="Times New Roman" panose="02020603050405020304" pitchFamily="18" charset="0"/>
                <a:cs typeface="Times New Roman" panose="02020603050405020304" pitchFamily="18" charset="0"/>
              </a:rPr>
              <a:t> to </a:t>
            </a:r>
            <a:r>
              <a:rPr lang="en-US" sz="2000" dirty="0" err="1">
                <a:latin typeface="Times New Roman" panose="02020603050405020304" pitchFamily="18" charset="0"/>
                <a:cs typeface="Times New Roman" panose="02020603050405020304" pitchFamily="18" charset="0"/>
              </a:rPr>
              <a:t>lớn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ứng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rộng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rãi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trong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nhiều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lĩnh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thực</a:t>
            </a:r>
            <a:r>
              <a:rPr lang="en-US" sz="2000" dirty="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tế</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a:t>
            </a:r>
            <a:r>
              <a:rPr lang="vi-VN" sz="2000" dirty="0">
                <a:latin typeface="Times New Roman" panose="02020603050405020304" pitchFamily="18" charset="0"/>
                <a:cs typeface="Times New Roman" panose="02020603050405020304" pitchFamily="18" charset="0"/>
              </a:rPr>
              <a:t>Phân tích video, đếm số lượng người hoặc sản </a:t>
            </a:r>
            <a:r>
              <a:rPr lang="vi-VN" sz="2000" dirty="0" smtClean="0">
                <a:latin typeface="Times New Roman" panose="02020603050405020304" pitchFamily="18" charset="0"/>
                <a:cs typeface="Times New Roman" panose="02020603050405020304" pitchFamily="18" charset="0"/>
              </a:rPr>
              <a:t>phẩm</a:t>
            </a:r>
            <a:r>
              <a:rPr lang="en-US" sz="2000" dirty="0" smtClean="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Giám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sát</a:t>
            </a:r>
            <a:r>
              <a:rPr lang="en-US" sz="2000" dirty="0">
                <a:latin typeface="Times New Roman" panose="02020603050405020304" pitchFamily="18" charset="0"/>
                <a:cs typeface="Times New Roman" panose="02020603050405020304" pitchFamily="18" charset="0"/>
              </a:rPr>
              <a:t> an </a:t>
            </a:r>
            <a:r>
              <a:rPr lang="en-US" sz="2000" dirty="0" err="1" smtClean="0">
                <a:latin typeface="Times New Roman" panose="02020603050405020304" pitchFamily="18" charset="0"/>
                <a:cs typeface="Times New Roman" panose="02020603050405020304" pitchFamily="18" charset="0"/>
              </a:rPr>
              <a:t>ninh</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0B05ADF-06DA-3C4A-99A2-2D07E1BD9E40}"/>
              </a:ext>
            </a:extLst>
          </p:cNvPr>
          <p:cNvSpPr>
            <a:spLocks noGrp="1"/>
          </p:cNvSpPr>
          <p:nvPr>
            <p:ph type="sldNum" sz="quarter" idx="12"/>
          </p:nvPr>
        </p:nvSpPr>
        <p:spPr/>
        <p:txBody>
          <a:bodyPr/>
          <a:lstStyle/>
          <a:p>
            <a:fld id="{DA8C51A7-BEEA-471D-933F-7E35BC04A30F}" type="slidenum">
              <a:rPr lang="en-US"/>
              <a:pPr/>
              <a:t>6</a:t>
            </a:fld>
            <a:endParaRPr lang="en-US"/>
          </a:p>
        </p:txBody>
      </p:sp>
      <p:pic>
        <p:nvPicPr>
          <p:cNvPr id="6" name="Picture 5"/>
          <p:cNvPicPr>
            <a:picLocks noChangeAspect="1"/>
          </p:cNvPicPr>
          <p:nvPr/>
        </p:nvPicPr>
        <p:blipFill>
          <a:blip r:embed="rId2"/>
          <a:stretch>
            <a:fillRect/>
          </a:stretch>
        </p:blipFill>
        <p:spPr>
          <a:xfrm>
            <a:off x="2623220" y="3113202"/>
            <a:ext cx="4734317" cy="2929622"/>
          </a:xfrm>
          <a:prstGeom prst="rect">
            <a:avLst/>
          </a:prstGeom>
        </p:spPr>
      </p:pic>
    </p:spTree>
    <p:extLst>
      <p:ext uri="{BB962C8B-B14F-4D97-AF65-F5344CB8AC3E}">
        <p14:creationId xmlns:p14="http://schemas.microsoft.com/office/powerpoint/2010/main" val="39586357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816E-7528-43B6-92D0-0407D3D22395}"/>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CÔNG NGHỆ SỬ </a:t>
            </a:r>
            <a:r>
              <a:rPr lang="en-US" sz="2800" b="1" dirty="0" smtClean="0">
                <a:latin typeface="Times New Roman" panose="02020603050405020304" pitchFamily="18" charset="0"/>
                <a:cs typeface="Times New Roman" panose="02020603050405020304" pitchFamily="18" charset="0"/>
              </a:rPr>
              <a:t>DỤNG</a:t>
            </a:r>
            <a:endParaRPr lang="en-US" sz="28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C9176D-F15B-2346-27C1-BFA857DCD498}"/>
              </a:ext>
            </a:extLst>
          </p:cNvPr>
          <p:cNvSpPr>
            <a:spLocks noGrp="1"/>
          </p:cNvSpPr>
          <p:nvPr>
            <p:ph type="sldNum" sz="quarter" idx="12"/>
          </p:nvPr>
        </p:nvSpPr>
        <p:spPr/>
        <p:txBody>
          <a:bodyPr/>
          <a:lstStyle/>
          <a:p>
            <a:fld id="{DA8C51A7-BEEA-471D-933F-7E35BC04A30F}" type="slidenum">
              <a:rPr lang="en-US" smtClean="0"/>
              <a:pPr/>
              <a:t>7</a:t>
            </a:fld>
            <a:endParaRPr lang="en-US"/>
          </a:p>
        </p:txBody>
      </p:sp>
      <p:pic>
        <p:nvPicPr>
          <p:cNvPr id="6" name="Picture 5"/>
          <p:cNvPicPr>
            <a:picLocks noChangeAspect="1"/>
          </p:cNvPicPr>
          <p:nvPr/>
        </p:nvPicPr>
        <p:blipFill>
          <a:blip r:embed="rId2"/>
          <a:stretch>
            <a:fillRect/>
          </a:stretch>
        </p:blipFill>
        <p:spPr>
          <a:xfrm>
            <a:off x="606996" y="1700808"/>
            <a:ext cx="3337807" cy="1065089"/>
          </a:xfrm>
          <a:prstGeom prst="rect">
            <a:avLst/>
          </a:prstGeom>
        </p:spPr>
      </p:pic>
      <p:pic>
        <p:nvPicPr>
          <p:cNvPr id="7" name="Picture 6"/>
          <p:cNvPicPr>
            <a:picLocks noChangeAspect="1"/>
          </p:cNvPicPr>
          <p:nvPr/>
        </p:nvPicPr>
        <p:blipFill>
          <a:blip r:embed="rId3"/>
          <a:stretch>
            <a:fillRect/>
          </a:stretch>
        </p:blipFill>
        <p:spPr>
          <a:xfrm>
            <a:off x="6367636" y="1758663"/>
            <a:ext cx="2867025" cy="1009650"/>
          </a:xfrm>
          <a:prstGeom prst="rect">
            <a:avLst/>
          </a:prstGeom>
        </p:spPr>
      </p:pic>
      <p:pic>
        <p:nvPicPr>
          <p:cNvPr id="8" name="Picture 7"/>
          <p:cNvPicPr>
            <a:picLocks noChangeAspect="1"/>
          </p:cNvPicPr>
          <p:nvPr/>
        </p:nvPicPr>
        <p:blipFill>
          <a:blip r:embed="rId4"/>
          <a:stretch>
            <a:fillRect/>
          </a:stretch>
        </p:blipFill>
        <p:spPr>
          <a:xfrm>
            <a:off x="1033057" y="3789040"/>
            <a:ext cx="2911746" cy="933252"/>
          </a:xfrm>
          <a:prstGeom prst="rect">
            <a:avLst/>
          </a:prstGeom>
        </p:spPr>
      </p:pic>
      <p:pic>
        <p:nvPicPr>
          <p:cNvPr id="9" name="Picture 8"/>
          <p:cNvPicPr>
            <a:picLocks noChangeAspect="1"/>
          </p:cNvPicPr>
          <p:nvPr/>
        </p:nvPicPr>
        <p:blipFill>
          <a:blip r:embed="rId5"/>
          <a:stretch>
            <a:fillRect/>
          </a:stretch>
        </p:blipFill>
        <p:spPr>
          <a:xfrm>
            <a:off x="6151612" y="3307646"/>
            <a:ext cx="3594979" cy="1391022"/>
          </a:xfrm>
          <a:prstGeom prst="rect">
            <a:avLst/>
          </a:prstGeom>
        </p:spPr>
      </p:pic>
    </p:spTree>
    <p:extLst>
      <p:ext uri="{BB962C8B-B14F-4D97-AF65-F5344CB8AC3E}">
        <p14:creationId xmlns:p14="http://schemas.microsoft.com/office/powerpoint/2010/main" val="10601205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816E-7528-43B6-92D0-0407D3D22395}"/>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CÔNG NGHỆ SỬ </a:t>
            </a:r>
            <a:r>
              <a:rPr lang="en-US" sz="2800" b="1" dirty="0" smtClean="0">
                <a:latin typeface="Times New Roman" panose="02020603050405020304" pitchFamily="18" charset="0"/>
                <a:cs typeface="Times New Roman" panose="02020603050405020304" pitchFamily="18" charset="0"/>
              </a:rPr>
              <a:t>DỤNG</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23B94C-05D6-EC56-26EF-11111FDD9C01}"/>
              </a:ext>
            </a:extLst>
          </p:cNvPr>
          <p:cNvSpPr>
            <a:spLocks noGrp="1"/>
          </p:cNvSpPr>
          <p:nvPr>
            <p:ph idx="1"/>
          </p:nvPr>
        </p:nvSpPr>
        <p:spPr>
          <a:xfrm>
            <a:off x="174949" y="1268761"/>
            <a:ext cx="4464495" cy="3240359"/>
          </a:xfrm>
        </p:spPr>
        <p:txBody>
          <a:bodyPr/>
          <a:lstStyle/>
          <a:p>
            <a:pPr marL="0" indent="0">
              <a:buNone/>
            </a:pPr>
            <a:r>
              <a:rPr lang="vi-VN" sz="2000" b="1" dirty="0" smtClean="0">
                <a:latin typeface="+mj-lt"/>
                <a:cs typeface="Calibri" panose="020F0502020204030204" pitchFamily="34" charset="0"/>
              </a:rPr>
              <a:t>YOLOv5:</a:t>
            </a:r>
            <a:endParaRPr lang="en-US" sz="2000" b="1" dirty="0">
              <a:latin typeface="+mj-lt"/>
              <a:cs typeface="Calibri" panose="020F0502020204030204" pitchFamily="34" charset="0"/>
            </a:endParaRPr>
          </a:p>
          <a:p>
            <a:r>
              <a:rPr lang="vi-VN" sz="2000" dirty="0" smtClean="0">
                <a:latin typeface="+mj-lt"/>
                <a:cs typeface="Calibri" panose="020F0502020204030204" pitchFamily="34" charset="0"/>
              </a:rPr>
              <a:t>Là </a:t>
            </a:r>
            <a:r>
              <a:rPr lang="vi-VN" sz="2000" dirty="0">
                <a:latin typeface="+mj-lt"/>
                <a:cs typeface="Calibri" panose="020F0502020204030204" pitchFamily="34" charset="0"/>
              </a:rPr>
              <a:t>một mạng neural convolutional, dùng để phát hiện đối tượng trong ảnh với tốc độ nhanh, độ chính xác </a:t>
            </a:r>
            <a:r>
              <a:rPr lang="vi-VN" sz="2000" dirty="0" smtClean="0">
                <a:latin typeface="+mj-lt"/>
                <a:cs typeface="Calibri" panose="020F0502020204030204" pitchFamily="34" charset="0"/>
              </a:rPr>
              <a:t>cao.</a:t>
            </a:r>
            <a:endParaRPr lang="en-US" sz="2000" dirty="0">
              <a:latin typeface="+mj-lt"/>
              <a:cs typeface="Calibri" panose="020F0502020204030204" pitchFamily="34" charset="0"/>
            </a:endParaRPr>
          </a:p>
          <a:p>
            <a:r>
              <a:rPr lang="vi-VN" sz="2000" dirty="0" smtClean="0">
                <a:latin typeface="+mj-lt"/>
                <a:cs typeface="Calibri" panose="020F0502020204030204" pitchFamily="34" charset="0"/>
              </a:rPr>
              <a:t>Trong </a:t>
            </a:r>
            <a:r>
              <a:rPr lang="vi-VN" sz="2000" dirty="0">
                <a:latin typeface="+mj-lt"/>
                <a:cs typeface="Calibri" panose="020F0502020204030204" pitchFamily="34" charset="0"/>
              </a:rPr>
              <a:t>đề tài, YOLOv5 được huấn luyện để phát hiện các vùng chứa thông tin quan trọng trên danh thiếp như tên, số điện thoại, email, địa chỉ,...</a:t>
            </a:r>
            <a:br>
              <a:rPr lang="vi-VN" sz="2000" dirty="0">
                <a:latin typeface="+mj-lt"/>
                <a:cs typeface="Calibri" panose="020F0502020204030204" pitchFamily="34" charset="0"/>
              </a:rPr>
            </a:br>
            <a:endParaRPr lang="en-US" sz="2000" dirty="0">
              <a:latin typeface="+mj-lt"/>
              <a:cs typeface="Calibri" panose="020F0502020204030204" pitchFamily="34" charset="0"/>
            </a:endParaRPr>
          </a:p>
        </p:txBody>
      </p:sp>
      <p:sp>
        <p:nvSpPr>
          <p:cNvPr id="4" name="Slide Number Placeholder 3">
            <a:extLst>
              <a:ext uri="{FF2B5EF4-FFF2-40B4-BE49-F238E27FC236}">
                <a16:creationId xmlns:a16="http://schemas.microsoft.com/office/drawing/2014/main" id="{ABC9176D-F15B-2346-27C1-BFA857DCD498}"/>
              </a:ext>
            </a:extLst>
          </p:cNvPr>
          <p:cNvSpPr>
            <a:spLocks noGrp="1"/>
          </p:cNvSpPr>
          <p:nvPr>
            <p:ph type="sldNum" sz="quarter" idx="12"/>
          </p:nvPr>
        </p:nvSpPr>
        <p:spPr/>
        <p:txBody>
          <a:bodyPr/>
          <a:lstStyle/>
          <a:p>
            <a:fld id="{DA8C51A7-BEEA-471D-933F-7E35BC04A30F}" type="slidenum">
              <a:rPr lang="en-US" smtClean="0"/>
              <a:pPr/>
              <a:t>8</a:t>
            </a:fld>
            <a:endParaRPr lang="en-US"/>
          </a:p>
        </p:txBody>
      </p:sp>
      <p:pic>
        <p:nvPicPr>
          <p:cNvPr id="7" name="Picture 6"/>
          <p:cNvPicPr>
            <a:picLocks noChangeAspect="1"/>
          </p:cNvPicPr>
          <p:nvPr/>
        </p:nvPicPr>
        <p:blipFill>
          <a:blip r:embed="rId2"/>
          <a:stretch>
            <a:fillRect/>
          </a:stretch>
        </p:blipFill>
        <p:spPr>
          <a:xfrm>
            <a:off x="4692575" y="1514203"/>
            <a:ext cx="5509854" cy="3210941"/>
          </a:xfrm>
          <a:prstGeom prst="rect">
            <a:avLst/>
          </a:prstGeom>
        </p:spPr>
      </p:pic>
    </p:spTree>
    <p:extLst>
      <p:ext uri="{BB962C8B-B14F-4D97-AF65-F5344CB8AC3E}">
        <p14:creationId xmlns:p14="http://schemas.microsoft.com/office/powerpoint/2010/main" val="1744806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5327-92DD-7010-8D44-CFEA8E38049D}"/>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V. QUY TRÌNH THỰC HIỆN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B912A7-8A2D-0981-25F7-9F4F81459A23}"/>
              </a:ext>
            </a:extLst>
          </p:cNvPr>
          <p:cNvSpPr>
            <a:spLocks noGrp="1"/>
          </p:cNvSpPr>
          <p:nvPr>
            <p:ph idx="1"/>
          </p:nvPr>
        </p:nvSpPr>
        <p:spPr>
          <a:xfrm>
            <a:off x="318964" y="1268762"/>
            <a:ext cx="9306173" cy="733814"/>
          </a:xfrm>
        </p:spPr>
        <p:txBody>
          <a:bodyPr/>
          <a:lstStyle/>
          <a:p>
            <a:pPr marL="457200" indent="-457200">
              <a:buAutoNum type="arabicPeriod"/>
            </a:pPr>
            <a:r>
              <a:rPr lang="en-US" b="1" dirty="0" err="1" smtClean="0">
                <a:latin typeface="Times New Roman" panose="02020603050405020304" pitchFamily="18" charset="0"/>
                <a:cs typeface="Times New Roman" panose="02020603050405020304" pitchFamily="18" charset="0"/>
              </a:rPr>
              <a:t>Chuẩn</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bị</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dữ</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liệu</a:t>
            </a:r>
            <a:endParaRPr lang="en-US" b="1" dirty="0" smtClean="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Thu thập khoảng </a:t>
            </a:r>
            <a:r>
              <a:rPr lang="en-US" sz="2000" dirty="0">
                <a:latin typeface="Times New Roman" panose="02020603050405020304" pitchFamily="18" charset="0"/>
                <a:cs typeface="Times New Roman" panose="02020603050405020304" pitchFamily="18" charset="0"/>
              </a:rPr>
              <a:t>500 </a:t>
            </a:r>
            <a:r>
              <a:rPr lang="vi-VN" sz="2000" dirty="0">
                <a:latin typeface="Times New Roman" panose="02020603050405020304" pitchFamily="18" charset="0"/>
                <a:cs typeface="Times New Roman" panose="02020603050405020304" pitchFamily="18" charset="0"/>
              </a:rPr>
              <a:t>ảnh danh thiếp với các kiểu dáng, ngôn ngữ, font chữ khác </a:t>
            </a:r>
            <a:r>
              <a:rPr lang="vi-VN" sz="2000" dirty="0" smtClean="0">
                <a:latin typeface="Times New Roman" panose="02020603050405020304" pitchFamily="18" charset="0"/>
                <a:cs typeface="Times New Roman" panose="02020603050405020304" pitchFamily="18" charset="0"/>
              </a:rPr>
              <a:t>nhau</a:t>
            </a:r>
            <a:r>
              <a:rPr lang="vi-VN" sz="2400" dirty="0" smtClean="0">
                <a:latin typeface="Calibri" panose="020F0502020204030204" pitchFamily="34" charset="0"/>
                <a:cs typeface="Calibri" panose="020F0502020204030204" pitchFamily="34" charset="0"/>
              </a:rPr>
              <a:t/>
            </a:r>
            <a:br>
              <a:rPr lang="vi-VN" sz="2400" dirty="0" smtClean="0">
                <a:latin typeface="Calibri" panose="020F0502020204030204" pitchFamily="34" charset="0"/>
                <a:cs typeface="Calibri" panose="020F0502020204030204" pitchFamily="34" charset="0"/>
              </a:rPr>
            </a:br>
            <a:r>
              <a:rPr lang="vi-VN" sz="2400" dirty="0" smtClean="0"/>
              <a:t/>
            </a:r>
            <a:br>
              <a:rPr lang="vi-VN" sz="2400" dirty="0" smtClean="0"/>
            </a:br>
            <a:endParaRPr lang="en-US" sz="2400"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F742C7D-4CB4-0BED-66DD-C9A6EE3300FC}"/>
              </a:ext>
            </a:extLst>
          </p:cNvPr>
          <p:cNvSpPr>
            <a:spLocks noGrp="1"/>
          </p:cNvSpPr>
          <p:nvPr>
            <p:ph type="sldNum" sz="quarter" idx="12"/>
          </p:nvPr>
        </p:nvSpPr>
        <p:spPr/>
        <p:txBody>
          <a:bodyPr/>
          <a:lstStyle/>
          <a:p>
            <a:fld id="{DA8C51A7-BEEA-471D-933F-7E35BC04A30F}" type="slidenum">
              <a:rPr lang="en-US" smtClean="0"/>
              <a:pPr/>
              <a:t>9</a:t>
            </a:fld>
            <a:endParaRPr lang="en-US"/>
          </a:p>
        </p:txBody>
      </p:sp>
      <p:pic>
        <p:nvPicPr>
          <p:cNvPr id="6" name="Picture 5"/>
          <p:cNvPicPr>
            <a:picLocks noChangeAspect="1"/>
          </p:cNvPicPr>
          <p:nvPr/>
        </p:nvPicPr>
        <p:blipFill>
          <a:blip r:embed="rId3"/>
          <a:stretch>
            <a:fillRect/>
          </a:stretch>
        </p:blipFill>
        <p:spPr>
          <a:xfrm>
            <a:off x="2252179" y="2204864"/>
            <a:ext cx="5439741" cy="2420802"/>
          </a:xfrm>
          <a:prstGeom prst="rect">
            <a:avLst/>
          </a:prstGeom>
        </p:spPr>
      </p:pic>
    </p:spTree>
    <p:extLst>
      <p:ext uri="{BB962C8B-B14F-4D97-AF65-F5344CB8AC3E}">
        <p14:creationId xmlns:p14="http://schemas.microsoft.com/office/powerpoint/2010/main" val="40144576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5327-92DD-7010-8D44-CFEA8E38049D}"/>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V. QUY TRÌNH THỰC HIỆN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B912A7-8A2D-0981-25F7-9F4F81459A23}"/>
              </a:ext>
            </a:extLst>
          </p:cNvPr>
          <p:cNvSpPr>
            <a:spLocks noGrp="1"/>
          </p:cNvSpPr>
          <p:nvPr>
            <p:ph idx="1"/>
          </p:nvPr>
        </p:nvSpPr>
        <p:spPr>
          <a:xfrm>
            <a:off x="318964" y="1268762"/>
            <a:ext cx="9306173" cy="286081"/>
          </a:xfrm>
        </p:spPr>
        <p:txBody>
          <a:bodyPr/>
          <a:lstStyle/>
          <a:p>
            <a:pPr marL="457200" indent="-457200">
              <a:buAutoNum type="arabicPeriod"/>
            </a:pPr>
            <a:r>
              <a:rPr lang="en-US" b="1" dirty="0" err="1" smtClean="0">
                <a:latin typeface="Times New Roman" panose="02020603050405020304" pitchFamily="18" charset="0"/>
                <a:cs typeface="Times New Roman" panose="02020603050405020304" pitchFamily="18" charset="0"/>
              </a:rPr>
              <a:t>Chuẩn</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bị</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dữ</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liệu</a:t>
            </a:r>
            <a:r>
              <a:rPr lang="vi-VN" sz="2400" dirty="0" smtClean="0">
                <a:latin typeface="Calibri" panose="020F0502020204030204" pitchFamily="34" charset="0"/>
                <a:cs typeface="Calibri" panose="020F0502020204030204" pitchFamily="34" charset="0"/>
              </a:rPr>
              <a:t/>
            </a:r>
            <a:br>
              <a:rPr lang="vi-VN" sz="2400" dirty="0" smtClean="0">
                <a:latin typeface="Calibri" panose="020F0502020204030204" pitchFamily="34" charset="0"/>
                <a:cs typeface="Calibri" panose="020F0502020204030204" pitchFamily="34" charset="0"/>
              </a:rPr>
            </a:br>
            <a:r>
              <a:rPr lang="vi-VN" sz="2400" dirty="0" smtClean="0"/>
              <a:t/>
            </a:r>
            <a:br>
              <a:rPr lang="vi-VN" sz="2400" dirty="0" smtClean="0"/>
            </a:br>
            <a:endParaRPr lang="en-US" sz="2400"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F742C7D-4CB4-0BED-66DD-C9A6EE3300FC}"/>
              </a:ext>
            </a:extLst>
          </p:cNvPr>
          <p:cNvSpPr>
            <a:spLocks noGrp="1"/>
          </p:cNvSpPr>
          <p:nvPr>
            <p:ph type="sldNum" sz="quarter" idx="12"/>
          </p:nvPr>
        </p:nvSpPr>
        <p:spPr/>
        <p:txBody>
          <a:bodyPr/>
          <a:lstStyle/>
          <a:p>
            <a:fld id="{DA8C51A7-BEEA-471D-933F-7E35BC04A30F}" type="slidenum">
              <a:rPr lang="en-US" smtClean="0"/>
              <a:pPr/>
              <a:t>10</a:t>
            </a:fld>
            <a:endParaRPr lang="en-US"/>
          </a:p>
        </p:txBody>
      </p:sp>
      <p:sp>
        <p:nvSpPr>
          <p:cNvPr id="5" name="TextBox 4"/>
          <p:cNvSpPr txBox="1"/>
          <p:nvPr/>
        </p:nvSpPr>
        <p:spPr>
          <a:xfrm>
            <a:off x="390972" y="1871050"/>
            <a:ext cx="8874125" cy="3816429"/>
          </a:xfrm>
          <a:prstGeom prst="rect">
            <a:avLst/>
          </a:prstGeom>
          <a:noFill/>
        </p:spPr>
        <p:txBody>
          <a:bodyPr wrap="square" rtlCol="0">
            <a:spAutoFit/>
          </a:bodyPr>
          <a:lstStyle/>
          <a:p>
            <a:pPr marL="285750" indent="-285750">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Gán</a:t>
            </a:r>
            <a:r>
              <a:rPr lang="en-US" sz="2200" dirty="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nhãn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bao</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gồm</a:t>
            </a:r>
            <a:r>
              <a:rPr lang="en-US" sz="2200" dirty="0" smtClean="0">
                <a:latin typeface="Times New Roman" panose="02020603050405020304" pitchFamily="18" charset="0"/>
                <a:cs typeface="Times New Roman" panose="02020603050405020304" pitchFamily="18" charset="0"/>
              </a:rPr>
              <a:t> 7 </a:t>
            </a:r>
            <a:r>
              <a:rPr lang="en-US" sz="2200" dirty="0" err="1" smtClean="0">
                <a:latin typeface="Times New Roman" panose="02020603050405020304" pitchFamily="18" charset="0"/>
                <a:cs typeface="Times New Roman" panose="02020603050405020304" pitchFamily="18" charset="0"/>
              </a:rPr>
              <a:t>nhãn</a:t>
            </a:r>
            <a:endParaRPr lang="en-US" sz="2200" dirty="0" smtClean="0">
              <a:latin typeface="Times New Roman" panose="02020603050405020304" pitchFamily="18" charset="0"/>
              <a:cs typeface="Times New Roman" panose="02020603050405020304" pitchFamily="18" charset="0"/>
            </a:endParaRPr>
          </a:p>
          <a:p>
            <a:pPr marL="741363" lvl="1"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Web: </a:t>
            </a:r>
            <a:r>
              <a:rPr lang="en-US" sz="2200" dirty="0" err="1" smtClean="0">
                <a:latin typeface="Times New Roman" panose="02020603050405020304" pitchFamily="18" charset="0"/>
                <a:cs typeface="Times New Roman" panose="02020603050405020304" pitchFamily="18" charset="0"/>
              </a:rPr>
              <a:t>tên</a:t>
            </a:r>
            <a:r>
              <a:rPr lang="en-US" sz="2200" dirty="0" smtClean="0">
                <a:latin typeface="Times New Roman" panose="02020603050405020304" pitchFamily="18" charset="0"/>
                <a:cs typeface="Times New Roman" panose="02020603050405020304" pitchFamily="18" charset="0"/>
              </a:rPr>
              <a:t> website</a:t>
            </a:r>
          </a:p>
          <a:p>
            <a:pPr marL="741363" lvl="1"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Des: </a:t>
            </a:r>
            <a:r>
              <a:rPr lang="en-US" sz="2200" dirty="0" err="1" smtClean="0">
                <a:latin typeface="Times New Roman" panose="02020603050405020304" pitchFamily="18" charset="0"/>
                <a:cs typeface="Times New Roman" panose="02020603050405020304" pitchFamily="18" charset="0"/>
              </a:rPr>
              <a:t>chức</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danh</a:t>
            </a:r>
            <a:endParaRPr lang="en-US" sz="2200" dirty="0" smtClean="0">
              <a:latin typeface="Times New Roman" panose="02020603050405020304" pitchFamily="18" charset="0"/>
              <a:cs typeface="Times New Roman" panose="02020603050405020304" pitchFamily="18" charset="0"/>
            </a:endParaRPr>
          </a:p>
          <a:p>
            <a:pPr marL="741363" lvl="1"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Name: </a:t>
            </a:r>
            <a:r>
              <a:rPr lang="en-US" sz="2200" dirty="0" err="1" smtClean="0">
                <a:latin typeface="Times New Roman" panose="02020603050405020304" pitchFamily="18" charset="0"/>
                <a:cs typeface="Times New Roman" panose="02020603050405020304" pitchFamily="18" charset="0"/>
              </a:rPr>
              <a:t>tên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người</a:t>
            </a:r>
            <a:endParaRPr lang="en-US" sz="2200" dirty="0" smtClean="0">
              <a:latin typeface="Times New Roman" panose="02020603050405020304" pitchFamily="18" charset="0"/>
              <a:cs typeface="Times New Roman" panose="02020603050405020304" pitchFamily="18" charset="0"/>
            </a:endParaRPr>
          </a:p>
          <a:p>
            <a:pPr marL="741363" lvl="1"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Address: </a:t>
            </a:r>
            <a:r>
              <a:rPr lang="en-US" sz="2200" dirty="0" err="1" smtClean="0">
                <a:latin typeface="Times New Roman" panose="02020603050405020304" pitchFamily="18" charset="0"/>
                <a:cs typeface="Times New Roman" panose="02020603050405020304" pitchFamily="18" charset="0"/>
              </a:rPr>
              <a:t>địa</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chỉ</a:t>
            </a:r>
            <a:endParaRPr lang="en-US" sz="2200" dirty="0" smtClean="0">
              <a:latin typeface="Times New Roman" panose="02020603050405020304" pitchFamily="18" charset="0"/>
              <a:cs typeface="Times New Roman" panose="02020603050405020304" pitchFamily="18" charset="0"/>
            </a:endParaRPr>
          </a:p>
          <a:p>
            <a:pPr marL="741363" lvl="1"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Org: </a:t>
            </a:r>
            <a:r>
              <a:rPr lang="en-US" sz="2200" dirty="0" err="1" smtClean="0">
                <a:latin typeface="Times New Roman" panose="02020603050405020304" pitchFamily="18" charset="0"/>
                <a:cs typeface="Times New Roman" panose="02020603050405020304" pitchFamily="18" charset="0"/>
              </a:rPr>
              <a:t>tên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công</a:t>
            </a:r>
            <a:r>
              <a:rPr lang="en-US" sz="2200" dirty="0" smtClean="0">
                <a:latin typeface="Times New Roman" panose="02020603050405020304" pitchFamily="18" charset="0"/>
                <a:cs typeface="Times New Roman" panose="02020603050405020304" pitchFamily="18" charset="0"/>
              </a:rPr>
              <a:t> ty, </a:t>
            </a:r>
            <a:r>
              <a:rPr lang="en-US" sz="2200" dirty="0" err="1" smtClean="0">
                <a:latin typeface="Times New Roman" panose="02020603050405020304" pitchFamily="18" charset="0"/>
                <a:cs typeface="Times New Roman" panose="02020603050405020304" pitchFamily="18" charset="0"/>
              </a:rPr>
              <a:t>đơn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vị</a:t>
            </a:r>
            <a:endParaRPr lang="en-US" sz="2200" dirty="0" smtClean="0">
              <a:latin typeface="Times New Roman" panose="02020603050405020304" pitchFamily="18" charset="0"/>
              <a:cs typeface="Times New Roman" panose="02020603050405020304" pitchFamily="18" charset="0"/>
            </a:endParaRPr>
          </a:p>
          <a:p>
            <a:pPr marL="741363" lvl="1"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Phone: </a:t>
            </a:r>
            <a:r>
              <a:rPr lang="en-US" sz="2200" dirty="0" err="1" smtClean="0">
                <a:latin typeface="Times New Roman" panose="02020603050405020304" pitchFamily="18" charset="0"/>
                <a:cs typeface="Times New Roman" panose="02020603050405020304" pitchFamily="18" charset="0"/>
              </a:rPr>
              <a:t>số</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điện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thoại</a:t>
            </a:r>
            <a:endParaRPr lang="en-US" sz="2200" dirty="0" smtClean="0">
              <a:latin typeface="Times New Roman" panose="02020603050405020304" pitchFamily="18" charset="0"/>
              <a:cs typeface="Times New Roman" panose="02020603050405020304" pitchFamily="18" charset="0"/>
            </a:endParaRPr>
          </a:p>
          <a:p>
            <a:pPr marL="741363" lvl="1"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Email: email</a:t>
            </a:r>
          </a:p>
          <a:p>
            <a:pPr marL="741363" lvl="1" indent="-28575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Nhãn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sau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gán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sẽ</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xử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lý</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đưa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về</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dạng</a:t>
            </a:r>
            <a:r>
              <a:rPr lang="en-US" sz="2200" dirty="0">
                <a:latin typeface="Times New Roman" panose="02020603050405020304" pitchFamily="18" charset="0"/>
                <a:cs typeface="Times New Roman" panose="02020603050405020304" pitchFamily="18" charset="0"/>
              </a:rPr>
              <a:t> file </a:t>
            </a:r>
            <a:r>
              <a:rPr lang="en-US" sz="2200" b="1" dirty="0">
                <a:latin typeface="Times New Roman" panose="02020603050405020304" pitchFamily="18" charset="0"/>
                <a:cs typeface="Times New Roman" panose="02020603050405020304" pitchFamily="18" charset="0"/>
              </a:rPr>
              <a:t>.txt </a:t>
            </a:r>
            <a:r>
              <a:rPr lang="en-US" sz="2200" dirty="0" err="1">
                <a:latin typeface="Times New Roman" panose="02020603050405020304" pitchFamily="18" charset="0"/>
                <a:cs typeface="Times New Roman" panose="02020603050405020304" pitchFamily="18" charset="0"/>
              </a:rPr>
              <a:t>bao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gồm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class_id</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center_x</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center_y</a:t>
            </a:r>
            <a:r>
              <a:rPr lang="en-US" sz="2200" dirty="0">
                <a:latin typeface="Times New Roman" panose="02020603050405020304" pitchFamily="18" charset="0"/>
                <a:cs typeface="Times New Roman" panose="02020603050405020304" pitchFamily="18" charset="0"/>
              </a:rPr>
              <a:t> width height)</a:t>
            </a:r>
            <a:endParaRPr lang="en-US" sz="2200" dirty="0"/>
          </a:p>
        </p:txBody>
      </p:sp>
    </p:spTree>
    <p:extLst>
      <p:ext uri="{BB962C8B-B14F-4D97-AF65-F5344CB8AC3E}">
        <p14:creationId xmlns:p14="http://schemas.microsoft.com/office/powerpoint/2010/main" val="11684173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5327-92DD-7010-8D44-CFEA8E38049D}"/>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V. QUY TRÌNH THỰC HIỆN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B912A7-8A2D-0981-25F7-9F4F81459A23}"/>
              </a:ext>
            </a:extLst>
          </p:cNvPr>
          <p:cNvSpPr>
            <a:spLocks noGrp="1"/>
          </p:cNvSpPr>
          <p:nvPr>
            <p:ph idx="1"/>
          </p:nvPr>
        </p:nvSpPr>
        <p:spPr>
          <a:xfrm>
            <a:off x="318964" y="1268761"/>
            <a:ext cx="9306173" cy="2304255"/>
          </a:xfrm>
        </p:spPr>
        <p:txBody>
          <a:bodyPr/>
          <a:lstStyle/>
          <a:p>
            <a:pPr marL="0" indent="0">
              <a:buNone/>
            </a:pPr>
            <a:r>
              <a:rPr lang="en-US" sz="2200" dirty="0" smtClean="0">
                <a:latin typeface="Times New Roman" panose="02020603050405020304" pitchFamily="18" charset="0"/>
                <a:cs typeface="Times New Roman" panose="02020603050405020304" pitchFamily="18" charset="0"/>
              </a:rPr>
              <a:t>1</a:t>
            </a:r>
            <a:r>
              <a:rPr lang="en-US" sz="2200" b="1" dirty="0" smtClean="0">
                <a:latin typeface="Times New Roman" panose="02020603050405020304" pitchFamily="18" charset="0"/>
                <a:cs typeface="Times New Roman" panose="02020603050405020304" pitchFamily="18" charset="0"/>
              </a:rPr>
              <a:t>. </a:t>
            </a:r>
            <a:r>
              <a:rPr lang="en-US" sz="2200" b="1" dirty="0" err="1" smtClean="0">
                <a:latin typeface="Times New Roman" panose="02020603050405020304" pitchFamily="18" charset="0"/>
                <a:cs typeface="Times New Roman" panose="02020603050405020304" pitchFamily="18" charset="0"/>
              </a:rPr>
              <a:t>Chuẩn</a:t>
            </a:r>
            <a:r>
              <a:rPr lang="en-US" sz="2200" b="1" dirty="0" smtClean="0">
                <a:latin typeface="Times New Roman" panose="02020603050405020304" pitchFamily="18" charset="0"/>
                <a:cs typeface="Times New Roman" panose="02020603050405020304" pitchFamily="18" charset="0"/>
              </a:rPr>
              <a:t> </a:t>
            </a:r>
            <a:r>
              <a:rPr lang="en-US" sz="2200" b="1" dirty="0" err="1" smtClean="0">
                <a:latin typeface="Times New Roman" panose="02020603050405020304" pitchFamily="18" charset="0"/>
                <a:cs typeface="Times New Roman" panose="02020603050405020304" pitchFamily="18" charset="0"/>
              </a:rPr>
              <a:t>bị</a:t>
            </a:r>
            <a:r>
              <a:rPr lang="en-US" sz="2200" b="1" dirty="0" smtClean="0">
                <a:latin typeface="Times New Roman" panose="02020603050405020304" pitchFamily="18" charset="0"/>
                <a:cs typeface="Times New Roman" panose="02020603050405020304" pitchFamily="18" charset="0"/>
              </a:rPr>
              <a:t> </a:t>
            </a:r>
            <a:r>
              <a:rPr lang="en-US" sz="2200" b="1" dirty="0" err="1" smtClean="0">
                <a:latin typeface="Times New Roman" panose="02020603050405020304" pitchFamily="18" charset="0"/>
                <a:cs typeface="Times New Roman" panose="02020603050405020304" pitchFamily="18" charset="0"/>
              </a:rPr>
              <a:t>dữ</a:t>
            </a:r>
            <a:r>
              <a:rPr lang="en-US" sz="2200" b="1" dirty="0" smtClean="0">
                <a:latin typeface="Times New Roman" panose="02020603050405020304" pitchFamily="18" charset="0"/>
                <a:cs typeface="Times New Roman" panose="02020603050405020304" pitchFamily="18" charset="0"/>
              </a:rPr>
              <a:t> </a:t>
            </a:r>
            <a:r>
              <a:rPr lang="en-US" sz="2200" b="1" dirty="0" err="1" smtClean="0">
                <a:latin typeface="Times New Roman" panose="02020603050405020304" pitchFamily="18" charset="0"/>
                <a:cs typeface="Times New Roman" panose="02020603050405020304" pitchFamily="18" charset="0"/>
              </a:rPr>
              <a:t>liệu</a:t>
            </a:r>
            <a:r>
              <a:rPr lang="en-US" sz="2200" b="1" dirty="0" smtClean="0">
                <a:latin typeface="Times New Roman" panose="02020603050405020304" pitchFamily="18" charset="0"/>
                <a:cs typeface="Times New Roman" panose="02020603050405020304" pitchFamily="18" charset="0"/>
              </a:rPr>
              <a:t>:</a:t>
            </a:r>
            <a:endParaRPr lang="en-US" sz="2200" b="1" dirty="0">
              <a:latin typeface="Times New Roman" panose="02020603050405020304" pitchFamily="18" charset="0"/>
              <a:cs typeface="Times New Roman" panose="02020603050405020304" pitchFamily="18" charset="0"/>
            </a:endParaRPr>
          </a:p>
          <a:p>
            <a:r>
              <a:rPr lang="vi-VN" sz="2200" dirty="0" smtClean="0">
                <a:latin typeface="Times New Roman" panose="02020603050405020304" pitchFamily="18" charset="0"/>
                <a:cs typeface="Times New Roman" panose="02020603050405020304" pitchFamily="18" charset="0"/>
              </a:rPr>
              <a:t>Sau </a:t>
            </a:r>
            <a:r>
              <a:rPr lang="vi-VN" sz="2200" dirty="0">
                <a:latin typeface="Times New Roman" panose="02020603050405020304" pitchFamily="18" charset="0"/>
                <a:cs typeface="Times New Roman" panose="02020603050405020304" pitchFamily="18" charset="0"/>
              </a:rPr>
              <a:t>bước chuẩn hóa, toàn bộ tập dữ liệu được chia thành 2 </a:t>
            </a:r>
            <a:r>
              <a:rPr lang="vi-VN" sz="2200" dirty="0" smtClean="0">
                <a:latin typeface="Times New Roman" panose="02020603050405020304" pitchFamily="18" charset="0"/>
                <a:cs typeface="Times New Roman" panose="02020603050405020304" pitchFamily="18" charset="0"/>
              </a:rPr>
              <a:t>phần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tập</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huấn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luyện</a:t>
            </a:r>
            <a:r>
              <a:rPr lang="en-US" sz="2200" dirty="0" smtClean="0">
                <a:latin typeface="Times New Roman" panose="02020603050405020304" pitchFamily="18" charset="0"/>
                <a:cs typeface="Times New Roman" panose="02020603050405020304" pitchFamily="18" charset="0"/>
              </a:rPr>
              <a:t> train (80% </a:t>
            </a:r>
            <a:r>
              <a:rPr lang="en-US" sz="2200" dirty="0" err="1" smtClean="0">
                <a:latin typeface="Times New Roman" panose="02020603050405020304" pitchFamily="18" charset="0"/>
                <a:cs typeface="Times New Roman" panose="02020603050405020304" pitchFamily="18" charset="0"/>
              </a:rPr>
              <a:t>số</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lượng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ảnh</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tập</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huấn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luyện</a:t>
            </a:r>
            <a:r>
              <a:rPr lang="en-US" sz="2200" dirty="0" smtClean="0">
                <a:latin typeface="Times New Roman" panose="02020603050405020304" pitchFamily="18" charset="0"/>
                <a:cs typeface="Times New Roman" panose="02020603050405020304" pitchFamily="18" charset="0"/>
              </a:rPr>
              <a:t> test (20% </a:t>
            </a:r>
            <a:r>
              <a:rPr lang="en-US" sz="2200" dirty="0" err="1" smtClean="0">
                <a:latin typeface="Times New Roman" panose="02020603050405020304" pitchFamily="18" charset="0"/>
                <a:cs typeface="Times New Roman" panose="02020603050405020304" pitchFamily="18" charset="0"/>
              </a:rPr>
              <a:t>số</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lượng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ảnh</a:t>
            </a:r>
            <a:r>
              <a:rPr lang="en-US" sz="2200" dirty="0" smtClean="0">
                <a:latin typeface="Times New Roman" panose="02020603050405020304" pitchFamily="18" charset="0"/>
                <a:cs typeface="Times New Roman" panose="02020603050405020304" pitchFamily="18" charset="0"/>
              </a:rPr>
              <a:t>)</a:t>
            </a:r>
          </a:p>
          <a:p>
            <a:r>
              <a:rPr lang="en-US" sz="2200" dirty="0" err="1" smtClean="0">
                <a:latin typeface="Times New Roman" panose="02020603050405020304" pitchFamily="18" charset="0"/>
                <a:cs typeface="Times New Roman" panose="02020603050405020304" pitchFamily="18" charset="0"/>
              </a:rPr>
              <a:t>Tập</a:t>
            </a:r>
            <a:r>
              <a:rPr lang="en-US" sz="2200" dirty="0" smtClean="0">
                <a:latin typeface="Times New Roman" panose="02020603050405020304" pitchFamily="18" charset="0"/>
                <a:cs typeface="Times New Roman" panose="02020603050405020304" pitchFamily="18" charset="0"/>
              </a:rPr>
              <a:t> train: 332 </a:t>
            </a:r>
            <a:r>
              <a:rPr lang="en-US" sz="2200" dirty="0" err="1" smtClean="0">
                <a:latin typeface="Times New Roman" panose="02020603050405020304" pitchFamily="18" charset="0"/>
                <a:cs typeface="Times New Roman" panose="02020603050405020304" pitchFamily="18" charset="0"/>
              </a:rPr>
              <a:t>ảnh</a:t>
            </a:r>
            <a:endParaRPr lang="en-US" sz="2200" dirty="0" smtClean="0">
              <a:latin typeface="Times New Roman" panose="02020603050405020304" pitchFamily="18" charset="0"/>
              <a:cs typeface="Times New Roman" panose="02020603050405020304" pitchFamily="18" charset="0"/>
            </a:endParaRPr>
          </a:p>
          <a:p>
            <a:r>
              <a:rPr lang="en-US" sz="2200" dirty="0" err="1" smtClean="0">
                <a:latin typeface="Times New Roman" panose="02020603050405020304" pitchFamily="18" charset="0"/>
                <a:cs typeface="Times New Roman" panose="02020603050405020304" pitchFamily="18" charset="0"/>
              </a:rPr>
              <a:t>Tập</a:t>
            </a:r>
            <a:r>
              <a:rPr lang="en-US" sz="2200" dirty="0" smtClean="0">
                <a:latin typeface="Times New Roman" panose="02020603050405020304" pitchFamily="18" charset="0"/>
                <a:cs typeface="Times New Roman" panose="02020603050405020304" pitchFamily="18" charset="0"/>
              </a:rPr>
              <a:t> test: 168 </a:t>
            </a:r>
            <a:r>
              <a:rPr lang="en-US" sz="2200" dirty="0" err="1" smtClean="0">
                <a:latin typeface="Times New Roman" panose="02020603050405020304" pitchFamily="18" charset="0"/>
                <a:cs typeface="Times New Roman" panose="02020603050405020304" pitchFamily="18" charset="0"/>
              </a:rPr>
              <a:t>ảnh</a:t>
            </a:r>
            <a:r>
              <a:rPr lang="vi-VN" sz="2400" dirty="0" smtClean="0">
                <a:latin typeface="Times New Roman" panose="02020603050405020304" pitchFamily="18" charset="0"/>
                <a:cs typeface="Times New Roman" panose="02020603050405020304" pitchFamily="18" charset="0"/>
              </a:rPr>
              <a:t/>
            </a:r>
            <a:br>
              <a:rPr lang="vi-VN" sz="2400" dirty="0" smtClean="0">
                <a:latin typeface="Times New Roman" panose="02020603050405020304" pitchFamily="18" charset="0"/>
                <a:cs typeface="Times New Roman" panose="02020603050405020304" pitchFamily="18" charset="0"/>
              </a:rPr>
            </a:br>
            <a:r>
              <a:rPr lang="vi-VN" sz="2400" dirty="0">
                <a:latin typeface="Times New Roman" panose="02020603050405020304" pitchFamily="18" charset="0"/>
                <a:cs typeface="Times New Roman" panose="02020603050405020304" pitchFamily="18" charset="0"/>
              </a:rPr>
              <a:t/>
            </a:r>
            <a:br>
              <a:rPr lang="vi-VN"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F742C7D-4CB4-0BED-66DD-C9A6EE3300FC}"/>
              </a:ext>
            </a:extLst>
          </p:cNvPr>
          <p:cNvSpPr>
            <a:spLocks noGrp="1"/>
          </p:cNvSpPr>
          <p:nvPr>
            <p:ph type="sldNum" sz="quarter" idx="12"/>
          </p:nvPr>
        </p:nvSpPr>
        <p:spPr/>
        <p:txBody>
          <a:bodyPr/>
          <a:lstStyle/>
          <a:p>
            <a:fld id="{DA8C51A7-BEEA-471D-933F-7E35BC04A30F}" type="slidenum">
              <a:rPr lang="en-US" smtClean="0"/>
              <a:pPr/>
              <a:t>11</a:t>
            </a:fld>
            <a:endParaRPr lang="en-US"/>
          </a:p>
        </p:txBody>
      </p:sp>
      <p:pic>
        <p:nvPicPr>
          <p:cNvPr id="5" name="Picture 4"/>
          <p:cNvPicPr>
            <a:picLocks noChangeAspect="1"/>
          </p:cNvPicPr>
          <p:nvPr/>
        </p:nvPicPr>
        <p:blipFill>
          <a:blip r:embed="rId2"/>
          <a:stretch>
            <a:fillRect/>
          </a:stretch>
        </p:blipFill>
        <p:spPr>
          <a:xfrm>
            <a:off x="953318" y="3717032"/>
            <a:ext cx="8037463" cy="1427212"/>
          </a:xfrm>
          <a:prstGeom prst="rect">
            <a:avLst/>
          </a:prstGeom>
        </p:spPr>
      </p:pic>
    </p:spTree>
    <p:extLst>
      <p:ext uri="{BB962C8B-B14F-4D97-AF65-F5344CB8AC3E}">
        <p14:creationId xmlns:p14="http://schemas.microsoft.com/office/powerpoint/2010/main" val="42643727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5327-92DD-7010-8D44-CFEA8E38049D}"/>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V. QUY TRÌNH THỰC HIỆN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B912A7-8A2D-0981-25F7-9F4F81459A23}"/>
              </a:ext>
            </a:extLst>
          </p:cNvPr>
          <p:cNvSpPr>
            <a:spLocks noGrp="1"/>
          </p:cNvSpPr>
          <p:nvPr>
            <p:ph idx="1"/>
          </p:nvPr>
        </p:nvSpPr>
        <p:spPr>
          <a:xfrm>
            <a:off x="318964" y="1268762"/>
            <a:ext cx="9306173" cy="1152126"/>
          </a:xfrm>
        </p:spPr>
        <p:txBody>
          <a:bodyPr/>
          <a:lstStyle/>
          <a:p>
            <a:pPr marL="0" indent="0">
              <a:buNone/>
            </a:pPr>
            <a:r>
              <a:rPr lang="en-US" sz="2200" dirty="0" smtClean="0">
                <a:latin typeface="Times New Roman" panose="02020603050405020304" pitchFamily="18" charset="0"/>
                <a:cs typeface="Times New Roman" panose="02020603050405020304" pitchFamily="18" charset="0"/>
              </a:rPr>
              <a:t>2</a:t>
            </a:r>
            <a:r>
              <a:rPr lang="en-US" sz="2200" b="1" dirty="0" smtClean="0">
                <a:latin typeface="Times New Roman" panose="02020603050405020304" pitchFamily="18" charset="0"/>
                <a:cs typeface="Times New Roman" panose="02020603050405020304" pitchFamily="18" charset="0"/>
              </a:rPr>
              <a:t>. Training model</a:t>
            </a:r>
            <a:r>
              <a:rPr lang="vi-VN" sz="2200" b="1" dirty="0" smtClean="0">
                <a:latin typeface="Times New Roman" panose="02020603050405020304" pitchFamily="18" charset="0"/>
                <a:cs typeface="Times New Roman" panose="02020603050405020304" pitchFamily="18" charset="0"/>
              </a:rPr>
              <a:t>:</a:t>
            </a:r>
            <a:endParaRPr lang="en-US" sz="2200" dirty="0">
              <a:latin typeface="+mj-lt"/>
              <a:cs typeface="Calibri" panose="020F0502020204030204" pitchFamily="34" charset="0"/>
            </a:endParaRPr>
          </a:p>
          <a:p>
            <a:r>
              <a:rPr lang="en-US" sz="2000" dirty="0" err="1" smtClean="0">
                <a:latin typeface="Times New Roman" panose="02020603050405020304" pitchFamily="18" charset="0"/>
                <a:cs typeface="Times New Roman" panose="02020603050405020304" pitchFamily="18" charset="0"/>
              </a:rPr>
              <a:t>Cấu</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hình</a:t>
            </a:r>
            <a:r>
              <a:rPr lang="en-US" sz="2000" dirty="0" smtClean="0">
                <a:latin typeface="Times New Roman" panose="02020603050405020304" pitchFamily="18" charset="0"/>
                <a:cs typeface="Times New Roman" panose="02020603050405020304" pitchFamily="18" charset="0"/>
              </a:rPr>
              <a:t> file </a:t>
            </a:r>
            <a:r>
              <a:rPr lang="en-US" sz="2000" dirty="0" err="1" smtClean="0">
                <a:latin typeface="Times New Roman" panose="02020603050405020304" pitchFamily="18" charset="0"/>
                <a:cs typeface="Times New Roman" panose="02020603050405020304" pitchFamily="18" charset="0"/>
              </a:rPr>
              <a:t>data.yaml</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đường</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dẫn</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tập</a:t>
            </a:r>
            <a:r>
              <a:rPr lang="en-US" sz="2000" dirty="0" smtClean="0">
                <a:latin typeface="Times New Roman" panose="02020603050405020304" pitchFamily="18" charset="0"/>
                <a:cs typeface="Times New Roman" panose="02020603050405020304" pitchFamily="18" charset="0"/>
              </a:rPr>
              <a:t> train, test, </a:t>
            </a:r>
            <a:r>
              <a:rPr lang="en-US" sz="2000" dirty="0" err="1" smtClean="0">
                <a:latin typeface="Times New Roman" panose="02020603050405020304" pitchFamily="18" charset="0"/>
                <a:cs typeface="Times New Roman" panose="02020603050405020304" pitchFamily="18" charset="0"/>
              </a:rPr>
              <a:t>số</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lượng</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nhãn</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danh</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sách</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các</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nhãn</a:t>
            </a:r>
            <a:r>
              <a:rPr lang="en-US" sz="2000" dirty="0" smtClean="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2F742C7D-4CB4-0BED-66DD-C9A6EE3300FC}"/>
              </a:ext>
            </a:extLst>
          </p:cNvPr>
          <p:cNvSpPr>
            <a:spLocks noGrp="1"/>
          </p:cNvSpPr>
          <p:nvPr>
            <p:ph type="sldNum" sz="quarter" idx="12"/>
          </p:nvPr>
        </p:nvSpPr>
        <p:spPr/>
        <p:txBody>
          <a:bodyPr/>
          <a:lstStyle/>
          <a:p>
            <a:fld id="{DA8C51A7-BEEA-471D-933F-7E35BC04A30F}" type="slidenum">
              <a:rPr lang="en-US" smtClean="0"/>
              <a:pPr/>
              <a:t>12</a:t>
            </a:fld>
            <a:endParaRPr lang="en-US"/>
          </a:p>
        </p:txBody>
      </p:sp>
      <p:pic>
        <p:nvPicPr>
          <p:cNvPr id="8" name="Picture 7"/>
          <p:cNvPicPr>
            <a:picLocks noChangeAspect="1"/>
          </p:cNvPicPr>
          <p:nvPr/>
        </p:nvPicPr>
        <p:blipFill>
          <a:blip r:embed="rId2"/>
          <a:stretch>
            <a:fillRect/>
          </a:stretch>
        </p:blipFill>
        <p:spPr>
          <a:xfrm>
            <a:off x="1413779" y="2430698"/>
            <a:ext cx="7116541" cy="3179415"/>
          </a:xfrm>
          <a:prstGeom prst="rect">
            <a:avLst/>
          </a:prstGeom>
        </p:spPr>
      </p:pic>
    </p:spTree>
    <p:extLst>
      <p:ext uri="{BB962C8B-B14F-4D97-AF65-F5344CB8AC3E}">
        <p14:creationId xmlns:p14="http://schemas.microsoft.com/office/powerpoint/2010/main" val="25110703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5327-92DD-7010-8D44-CFEA8E38049D}"/>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V. QUY TRÌNH THỰC HIỆN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B912A7-8A2D-0981-25F7-9F4F81459A23}"/>
              </a:ext>
            </a:extLst>
          </p:cNvPr>
          <p:cNvSpPr>
            <a:spLocks noGrp="1"/>
          </p:cNvSpPr>
          <p:nvPr>
            <p:ph idx="1"/>
          </p:nvPr>
        </p:nvSpPr>
        <p:spPr>
          <a:xfrm>
            <a:off x="318964" y="1268761"/>
            <a:ext cx="9306173" cy="1152127"/>
          </a:xfrm>
        </p:spPr>
        <p:txBody>
          <a:bodyPr/>
          <a:lstStyle/>
          <a:p>
            <a:pPr marL="0" indent="0">
              <a:buNone/>
            </a:pPr>
            <a:r>
              <a:rPr lang="en-US" sz="2200" b="1" dirty="0" smtClean="0">
                <a:latin typeface="Times New Roman" panose="02020603050405020304" pitchFamily="18" charset="0"/>
                <a:cs typeface="Times New Roman" panose="02020603050405020304" pitchFamily="18" charset="0"/>
              </a:rPr>
              <a:t>2. Training model</a:t>
            </a:r>
            <a:r>
              <a:rPr lang="vi-VN" sz="2200" b="1" dirty="0" smtClean="0">
                <a:latin typeface="Times New Roman" panose="02020603050405020304" pitchFamily="18" charset="0"/>
                <a:cs typeface="Times New Roman" panose="02020603050405020304" pitchFamily="18" charset="0"/>
              </a:rPr>
              <a:t>:</a:t>
            </a:r>
            <a:endParaRPr lang="en-US" sz="2200" dirty="0">
              <a:latin typeface="+mj-lt"/>
              <a:cs typeface="Calibri" panose="020F0502020204030204" pitchFamily="34" charset="0"/>
            </a:endParaRPr>
          </a:p>
          <a:p>
            <a:r>
              <a:rPr lang="en-US" sz="2200" dirty="0" err="1" smtClean="0">
                <a:latin typeface="Times New Roman" panose="02020603050405020304" pitchFamily="18" charset="0"/>
                <a:cs typeface="Times New Roman" panose="02020603050405020304" pitchFamily="18" charset="0"/>
              </a:rPr>
              <a:t>Để</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huấn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luyện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mô</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nhận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diện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vùng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chứa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thông</a:t>
            </a:r>
            <a:r>
              <a:rPr lang="en-US" sz="2200" dirty="0">
                <a:latin typeface="Times New Roman" panose="02020603050405020304" pitchFamily="18" charset="0"/>
                <a:cs typeface="Times New Roman" panose="02020603050405020304" pitchFamily="18" charset="0"/>
              </a:rPr>
              <a:t> tin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danh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thiếp</a:t>
            </a:r>
            <a:r>
              <a:rPr lang="en-US" sz="2200" dirty="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sử</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dụng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câu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lệnh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sau</a:t>
            </a:r>
            <a:r>
              <a:rPr lang="en-US" sz="2200"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2F742C7D-4CB4-0BED-66DD-C9A6EE3300FC}"/>
              </a:ext>
            </a:extLst>
          </p:cNvPr>
          <p:cNvSpPr>
            <a:spLocks noGrp="1"/>
          </p:cNvSpPr>
          <p:nvPr>
            <p:ph type="sldNum" sz="quarter" idx="12"/>
          </p:nvPr>
        </p:nvSpPr>
        <p:spPr/>
        <p:txBody>
          <a:bodyPr/>
          <a:lstStyle/>
          <a:p>
            <a:fld id="{DA8C51A7-BEEA-471D-933F-7E35BC04A30F}" type="slidenum">
              <a:rPr lang="en-US" smtClean="0"/>
              <a:pPr/>
              <a:t>13</a:t>
            </a:fld>
            <a:endParaRPr lang="en-US"/>
          </a:p>
        </p:txBody>
      </p:sp>
      <p:pic>
        <p:nvPicPr>
          <p:cNvPr id="5" name="Picture 4"/>
          <p:cNvPicPr>
            <a:picLocks noChangeAspect="1"/>
          </p:cNvPicPr>
          <p:nvPr/>
        </p:nvPicPr>
        <p:blipFill>
          <a:blip r:embed="rId2"/>
          <a:stretch>
            <a:fillRect/>
          </a:stretch>
        </p:blipFill>
        <p:spPr>
          <a:xfrm>
            <a:off x="292885" y="2428956"/>
            <a:ext cx="9877425" cy="390525"/>
          </a:xfrm>
          <a:prstGeom prst="rect">
            <a:avLst/>
          </a:prstGeom>
        </p:spPr>
      </p:pic>
      <p:sp>
        <p:nvSpPr>
          <p:cNvPr id="6" name="TextBox 5"/>
          <p:cNvSpPr txBox="1"/>
          <p:nvPr/>
        </p:nvSpPr>
        <p:spPr>
          <a:xfrm>
            <a:off x="390972" y="3212976"/>
            <a:ext cx="8032303"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err="1" smtClean="0">
                <a:latin typeface="Times New Roman" panose="02020603050405020304" pitchFamily="18" charset="0"/>
                <a:cs typeface="Times New Roman" panose="02020603050405020304" pitchFamily="18" charset="0"/>
              </a:rPr>
              <a:t>Kết</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quả</a:t>
            </a:r>
            <a:r>
              <a:rPr lang="en-US" sz="2000" b="1" dirty="0">
                <a:latin typeface="Times New Roman" panose="02020603050405020304" pitchFamily="18" charset="0"/>
                <a:cs typeface="Times New Roman" panose="02020603050405020304" pitchFamily="18" charset="0"/>
              </a:rPr>
              <a:t>:</a:t>
            </a:r>
          </a:p>
        </p:txBody>
      </p:sp>
      <p:pic>
        <p:nvPicPr>
          <p:cNvPr id="8" name="Picture 7"/>
          <p:cNvPicPr>
            <a:picLocks noChangeAspect="1"/>
          </p:cNvPicPr>
          <p:nvPr/>
        </p:nvPicPr>
        <p:blipFill>
          <a:blip r:embed="rId3"/>
          <a:stretch>
            <a:fillRect/>
          </a:stretch>
        </p:blipFill>
        <p:spPr>
          <a:xfrm>
            <a:off x="967036" y="3746658"/>
            <a:ext cx="7920880" cy="1933575"/>
          </a:xfrm>
          <a:prstGeom prst="rect">
            <a:avLst/>
          </a:prstGeom>
        </p:spPr>
      </p:pic>
    </p:spTree>
    <p:extLst>
      <p:ext uri="{BB962C8B-B14F-4D97-AF65-F5344CB8AC3E}">
        <p14:creationId xmlns:p14="http://schemas.microsoft.com/office/powerpoint/2010/main" val="20365220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5327-92DD-7010-8D44-CFEA8E38049D}"/>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V. QUY TRÌNH THỰC HIỆN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B912A7-8A2D-0981-25F7-9F4F81459A23}"/>
              </a:ext>
            </a:extLst>
          </p:cNvPr>
          <p:cNvSpPr>
            <a:spLocks noGrp="1"/>
          </p:cNvSpPr>
          <p:nvPr>
            <p:ph idx="1"/>
          </p:nvPr>
        </p:nvSpPr>
        <p:spPr>
          <a:xfrm>
            <a:off x="318964" y="1268761"/>
            <a:ext cx="9306173" cy="1224135"/>
          </a:xfrm>
        </p:spPr>
        <p:txBody>
          <a:bodyPr/>
          <a:lstStyle/>
          <a:p>
            <a:pPr marL="0" indent="0">
              <a:buNone/>
            </a:pPr>
            <a:r>
              <a:rPr lang="en-US" sz="2200" b="1" dirty="0" smtClean="0">
                <a:latin typeface="Times New Roman" panose="02020603050405020304" pitchFamily="18" charset="0"/>
                <a:cs typeface="Times New Roman" panose="02020603050405020304" pitchFamily="18" charset="0"/>
              </a:rPr>
              <a:t>3. </a:t>
            </a:r>
            <a:r>
              <a:rPr lang="en-US" sz="2200" b="1" dirty="0" err="1" smtClean="0">
                <a:latin typeface="Times New Roman" panose="02020603050405020304" pitchFamily="18" charset="0"/>
                <a:cs typeface="Times New Roman" panose="02020603050405020304" pitchFamily="18" charset="0"/>
              </a:rPr>
              <a:t>Kết</a:t>
            </a:r>
            <a:r>
              <a:rPr lang="en-US" sz="2200" b="1" dirty="0" smtClean="0">
                <a:latin typeface="Times New Roman" panose="02020603050405020304" pitchFamily="18" charset="0"/>
                <a:cs typeface="Times New Roman" panose="02020603050405020304" pitchFamily="18" charset="0"/>
              </a:rPr>
              <a:t> </a:t>
            </a:r>
            <a:r>
              <a:rPr lang="en-US" sz="2200" b="1" dirty="0" err="1" smtClean="0">
                <a:latin typeface="Times New Roman" panose="02020603050405020304" pitchFamily="18" charset="0"/>
                <a:cs typeface="Times New Roman" panose="02020603050405020304" pitchFamily="18" charset="0"/>
              </a:rPr>
              <a:t>quả</a:t>
            </a:r>
            <a:r>
              <a:rPr lang="vi-VN" sz="2200" b="1"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r>
              <a:rPr lang="en-US" sz="2000" dirty="0" err="1" smtClean="0">
                <a:latin typeface="Times New Roman" panose="02020603050405020304" pitchFamily="18" charset="0"/>
                <a:cs typeface="Times New Roman" panose="02020603050405020304" pitchFamily="18" charset="0"/>
              </a:rPr>
              <a:t>Cắt</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vùng</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bouding</a:t>
            </a:r>
            <a:r>
              <a:rPr lang="en-US" sz="2000" dirty="0" smtClean="0">
                <a:latin typeface="Times New Roman" panose="02020603050405020304" pitchFamily="18" charset="0"/>
                <a:cs typeface="Times New Roman" panose="02020603050405020304" pitchFamily="18" charset="0"/>
              </a:rPr>
              <a:t> box </a:t>
            </a:r>
            <a:r>
              <a:rPr lang="en-US" sz="2000" dirty="0" err="1">
                <a:latin typeface="Times New Roman" panose="02020603050405020304" pitchFamily="18" charset="0"/>
                <a:cs typeface="Times New Roman" panose="02020603050405020304" pitchFamily="18" charset="0"/>
              </a:rPr>
              <a:t>ảnh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theo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quả</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YOLOv5 </a:t>
            </a:r>
            <a:r>
              <a:rPr lang="en-US" sz="2000" dirty="0" err="1" smtClean="0">
                <a:latin typeface="Times New Roman" panose="02020603050405020304" pitchFamily="18" charset="0"/>
                <a:cs typeface="Times New Roman" panose="02020603050405020304" pitchFamily="18" charset="0"/>
              </a:rPr>
              <a:t>trả</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về</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err="1" smtClean="0">
                <a:latin typeface="Times New Roman" panose="02020603050405020304" pitchFamily="18" charset="0"/>
                <a:cs typeface="Times New Roman" panose="02020603050405020304" pitchFamily="18" charset="0"/>
              </a:rPr>
              <a:t>Dùng</a:t>
            </a:r>
            <a:r>
              <a:rPr lang="en-US" sz="2000" dirty="0" smtClean="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VietOCR</a:t>
            </a:r>
            <a:r>
              <a:rPr lang="en-US" sz="2000" dirty="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nhận</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dạng</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ký</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tự</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trên</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vùng</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ảnh</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F742C7D-4CB4-0BED-66DD-C9A6EE3300FC}"/>
              </a:ext>
            </a:extLst>
          </p:cNvPr>
          <p:cNvSpPr>
            <a:spLocks noGrp="1"/>
          </p:cNvSpPr>
          <p:nvPr>
            <p:ph type="sldNum" sz="quarter" idx="12"/>
          </p:nvPr>
        </p:nvSpPr>
        <p:spPr/>
        <p:txBody>
          <a:bodyPr/>
          <a:lstStyle/>
          <a:p>
            <a:fld id="{DA8C51A7-BEEA-471D-933F-7E35BC04A30F}" type="slidenum">
              <a:rPr lang="en-US" smtClean="0"/>
              <a:pPr/>
              <a:t>14</a:t>
            </a:fld>
            <a:endParaRPr lang="en-US"/>
          </a:p>
        </p:txBody>
      </p:sp>
      <p:pic>
        <p:nvPicPr>
          <p:cNvPr id="6" name="Picture 5"/>
          <p:cNvPicPr>
            <a:picLocks noChangeAspect="1"/>
          </p:cNvPicPr>
          <p:nvPr/>
        </p:nvPicPr>
        <p:blipFill>
          <a:blip r:embed="rId2"/>
          <a:stretch>
            <a:fillRect/>
          </a:stretch>
        </p:blipFill>
        <p:spPr>
          <a:xfrm>
            <a:off x="967036" y="2594324"/>
            <a:ext cx="7819555" cy="3270177"/>
          </a:xfrm>
          <a:prstGeom prst="rect">
            <a:avLst/>
          </a:prstGeom>
        </p:spPr>
      </p:pic>
    </p:spTree>
    <p:extLst>
      <p:ext uri="{BB962C8B-B14F-4D97-AF65-F5344CB8AC3E}">
        <p14:creationId xmlns:p14="http://schemas.microsoft.com/office/powerpoint/2010/main" val="23541827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6B8A8-F782-106F-D912-EF31BA76859C}"/>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VI. THỰC NGHIỆM</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0FF121B-5692-151C-5067-400ABA87FA04}"/>
              </a:ext>
            </a:extLst>
          </p:cNvPr>
          <p:cNvSpPr>
            <a:spLocks noGrp="1"/>
          </p:cNvSpPr>
          <p:nvPr>
            <p:ph idx="1"/>
          </p:nvPr>
        </p:nvSpPr>
        <p:spPr>
          <a:xfrm>
            <a:off x="534988" y="1340769"/>
            <a:ext cx="9217024" cy="2952327"/>
          </a:xfrm>
        </p:spPr>
        <p:txBody>
          <a:bodyPr/>
          <a:lstStyle/>
          <a:p>
            <a:pPr marL="0" indent="0">
              <a:buNone/>
            </a:pPr>
            <a:r>
              <a:rPr lang="en-US" b="1" dirty="0" err="1" smtClean="0">
                <a:latin typeface="Times New Roman" panose="02020603050405020304" pitchFamily="18" charset="0"/>
                <a:cs typeface="Times New Roman" panose="02020603050405020304" pitchFamily="18" charset="0"/>
              </a:rPr>
              <a:t>Các</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chỉ</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số</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quan</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trọng</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để</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đánh</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giá</a:t>
            </a:r>
            <a:r>
              <a:rPr lang="en-US" b="1" dirty="0" smtClean="0">
                <a:latin typeface="Times New Roman" panose="02020603050405020304" pitchFamily="18" charset="0"/>
                <a:cs typeface="Times New Roman" panose="02020603050405020304" pitchFamily="18" charset="0"/>
              </a:rPr>
              <a:t> model</a:t>
            </a:r>
            <a:r>
              <a:rPr lang="en-US" dirty="0" smtClean="0">
                <a:latin typeface="Times New Roman" panose="02020603050405020304" pitchFamily="18" charset="0"/>
                <a:cs typeface="Times New Roman" panose="02020603050405020304" pitchFamily="18" charset="0"/>
              </a:rPr>
              <a:t>:</a:t>
            </a:r>
          </a:p>
          <a:p>
            <a:pPr marL="457200" indent="-457200">
              <a:buFont typeface="+mj-lt"/>
              <a:buAutoNum type="arabicPeriod"/>
            </a:pPr>
            <a:r>
              <a:rPr lang="en-US" dirty="0" smtClean="0">
                <a:latin typeface="Times New Roman" panose="02020603050405020304" pitchFamily="18" charset="0"/>
                <a:cs typeface="Times New Roman" panose="02020603050405020304" pitchFamily="18" charset="0"/>
              </a:rPr>
              <a:t> Precision </a:t>
            </a:r>
            <a:r>
              <a:rPr lang="en-US" dirty="0">
                <a:latin typeface="Times New Roman" panose="02020603050405020304" pitchFamily="18" charset="0"/>
                <a:cs typeface="Times New Roman" panose="02020603050405020304" pitchFamily="18" charset="0"/>
              </a:rPr>
              <a:t>(P) —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chính</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xác</a:t>
            </a:r>
            <a:endParaRPr lang="en-US"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dirty="0" smtClean="0">
                <a:latin typeface="Times New Roman" panose="02020603050405020304" pitchFamily="18" charset="0"/>
                <a:cs typeface="Times New Roman" panose="02020603050405020304" pitchFamily="18" charset="0"/>
              </a:rPr>
              <a:t>Recall </a:t>
            </a:r>
            <a:r>
              <a:rPr lang="en-US" dirty="0">
                <a:latin typeface="Times New Roman" panose="02020603050405020304" pitchFamily="18" charset="0"/>
                <a:cs typeface="Times New Roman" panose="02020603050405020304" pitchFamily="18" charset="0"/>
              </a:rPr>
              <a:t>(R) —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nhạy</a:t>
            </a:r>
            <a:endParaRPr lang="en-US"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dirty="0" smtClean="0">
                <a:latin typeface="Times New Roman" panose="02020603050405020304" pitchFamily="18" charset="0"/>
                <a:cs typeface="Times New Roman" panose="02020603050405020304" pitchFamily="18" charset="0"/>
              </a:rPr>
              <a:t>IOU </a:t>
            </a:r>
            <a:r>
              <a:rPr lang="en-US" dirty="0">
                <a:latin typeface="Times New Roman" panose="02020603050405020304" pitchFamily="18" charset="0"/>
                <a:cs typeface="Times New Roman" panose="02020603050405020304" pitchFamily="18" charset="0"/>
              </a:rPr>
              <a:t>(Intersection over Union</a:t>
            </a:r>
            <a:r>
              <a:rPr lang="en-US" dirty="0" smtClean="0">
                <a:latin typeface="Times New Roman" panose="02020603050405020304" pitchFamily="18" charset="0"/>
                <a:cs typeface="Times New Roman" panose="02020603050405020304" pitchFamily="18" charset="0"/>
              </a:rPr>
              <a:t>)</a:t>
            </a:r>
          </a:p>
          <a:p>
            <a:pPr marL="457200" indent="-457200">
              <a:buFont typeface="+mj-lt"/>
              <a:buAutoNum type="arabicPeriod"/>
            </a:pPr>
            <a:r>
              <a:rPr lang="en-US" dirty="0" smtClean="0">
                <a:latin typeface="Times New Roman" panose="02020603050405020304" pitchFamily="18" charset="0"/>
                <a:cs typeface="Times New Roman" panose="02020603050405020304" pitchFamily="18" charset="0"/>
              </a:rPr>
              <a:t>mAP@0.5 </a:t>
            </a:r>
            <a:r>
              <a:rPr lang="en-US" dirty="0">
                <a:latin typeface="Times New Roman" panose="02020603050405020304" pitchFamily="18" charset="0"/>
                <a:cs typeface="Times New Roman" panose="02020603050405020304" pitchFamily="18" charset="0"/>
              </a:rPr>
              <a:t>(mean Average Precision at IOU=0.5</a:t>
            </a:r>
            <a:r>
              <a:rPr lang="en-US" dirty="0" smtClean="0">
                <a:latin typeface="Times New Roman" panose="02020603050405020304" pitchFamily="18" charset="0"/>
                <a:cs typeface="Times New Roman" panose="02020603050405020304" pitchFamily="18" charset="0"/>
              </a:rPr>
              <a:t>)</a:t>
            </a:r>
          </a:p>
          <a:p>
            <a:pPr marL="457200" indent="-457200">
              <a:buFont typeface="+mj-lt"/>
              <a:buAutoNum type="arabicPeriod"/>
            </a:pPr>
            <a:r>
              <a:rPr lang="en-US" dirty="0" smtClean="0">
                <a:latin typeface="Times New Roman" panose="02020603050405020304" pitchFamily="18" charset="0"/>
                <a:cs typeface="Times New Roman" panose="02020603050405020304" pitchFamily="18" charset="0"/>
              </a:rPr>
              <a:t>F1-score</a:t>
            </a:r>
          </a:p>
        </p:txBody>
      </p:sp>
      <p:sp>
        <p:nvSpPr>
          <p:cNvPr id="4" name="Slide Number Placeholder 3">
            <a:extLst>
              <a:ext uri="{FF2B5EF4-FFF2-40B4-BE49-F238E27FC236}">
                <a16:creationId xmlns:a16="http://schemas.microsoft.com/office/drawing/2014/main" id="{BE4CAB6C-B88A-4D31-6B78-AF2FB7EB2E09}"/>
              </a:ext>
            </a:extLst>
          </p:cNvPr>
          <p:cNvSpPr>
            <a:spLocks noGrp="1"/>
          </p:cNvSpPr>
          <p:nvPr>
            <p:ph type="sldNum" sz="quarter" idx="12"/>
          </p:nvPr>
        </p:nvSpPr>
        <p:spPr/>
        <p:txBody>
          <a:bodyPr/>
          <a:lstStyle/>
          <a:p>
            <a:fld id="{DA8C51A7-BEEA-471D-933F-7E35BC04A30F}" type="slidenum">
              <a:rPr lang="en-US" smtClean="0"/>
              <a:pPr/>
              <a:t>15</a:t>
            </a:fld>
            <a:endParaRPr lang="en-US"/>
          </a:p>
        </p:txBody>
      </p:sp>
    </p:spTree>
    <p:extLst>
      <p:ext uri="{BB962C8B-B14F-4D97-AF65-F5344CB8AC3E}">
        <p14:creationId xmlns:p14="http://schemas.microsoft.com/office/powerpoint/2010/main" val="2167169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5327-92DD-7010-8D44-CFEA8E38049D}"/>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VI. </a:t>
            </a:r>
            <a:r>
              <a:rPr lang="en-US" sz="2800" b="1" dirty="0">
                <a:latin typeface="Times New Roman" panose="02020603050405020304" pitchFamily="18" charset="0"/>
                <a:cs typeface="Times New Roman" panose="02020603050405020304" pitchFamily="18" charset="0"/>
              </a:rPr>
              <a:t>THỰC NGHIỆM</a:t>
            </a:r>
          </a:p>
        </p:txBody>
      </p:sp>
      <p:sp>
        <p:nvSpPr>
          <p:cNvPr id="3" name="Content Placeholder 2">
            <a:extLst>
              <a:ext uri="{FF2B5EF4-FFF2-40B4-BE49-F238E27FC236}">
                <a16:creationId xmlns:a16="http://schemas.microsoft.com/office/drawing/2014/main" id="{BBB912A7-8A2D-0981-25F7-9F4F81459A23}"/>
              </a:ext>
            </a:extLst>
          </p:cNvPr>
          <p:cNvSpPr>
            <a:spLocks noGrp="1"/>
          </p:cNvSpPr>
          <p:nvPr>
            <p:ph idx="1"/>
          </p:nvPr>
        </p:nvSpPr>
        <p:spPr>
          <a:xfrm>
            <a:off x="318964" y="1268761"/>
            <a:ext cx="9306173" cy="576063"/>
          </a:xfrm>
        </p:spPr>
        <p:txBody>
          <a:bodyPr/>
          <a:lstStyle/>
          <a:p>
            <a:pPr marL="0" indent="0">
              <a:buNone/>
            </a:pPr>
            <a:r>
              <a:rPr lang="en-US" sz="2200" dirty="0" smtClean="0">
                <a:latin typeface="Times New Roman" panose="02020603050405020304" pitchFamily="18" charset="0"/>
                <a:cs typeface="Times New Roman" panose="02020603050405020304" pitchFamily="18" charset="0"/>
              </a:rPr>
              <a:t>1. </a:t>
            </a:r>
            <a:r>
              <a:rPr lang="en-US" sz="2200" b="1" dirty="0" smtClean="0">
                <a:latin typeface="Times New Roman" panose="02020603050405020304" pitchFamily="18" charset="0"/>
                <a:cs typeface="Times New Roman" panose="02020603050405020304" pitchFamily="18" charset="0"/>
              </a:rPr>
              <a:t>Precision </a:t>
            </a:r>
            <a:r>
              <a:rPr lang="en-US" sz="2200" b="1" dirty="0">
                <a:latin typeface="Times New Roman" panose="02020603050405020304" pitchFamily="18" charset="0"/>
                <a:cs typeface="Times New Roman" panose="02020603050405020304" pitchFamily="18" charset="0"/>
              </a:rPr>
              <a:t>(P) — </a:t>
            </a:r>
            <a:r>
              <a:rPr lang="en-US" sz="2200" b="1" dirty="0" err="1">
                <a:latin typeface="Times New Roman" panose="02020603050405020304" pitchFamily="18" charset="0"/>
                <a:cs typeface="Times New Roman" panose="02020603050405020304" pitchFamily="18" charset="0"/>
              </a:rPr>
              <a:t>Độ</a:t>
            </a:r>
            <a:r>
              <a:rPr lang="en-US" sz="2200" b="1" dirty="0">
                <a:latin typeface="Times New Roman" panose="02020603050405020304" pitchFamily="18" charset="0"/>
                <a:cs typeface="Times New Roman" panose="02020603050405020304" pitchFamily="18" charset="0"/>
              </a:rPr>
              <a:t> </a:t>
            </a:r>
            <a:r>
              <a:rPr lang="en-US" sz="2200" b="1" dirty="0" err="1">
                <a:latin typeface="Times New Roman" panose="02020603050405020304" pitchFamily="18" charset="0"/>
                <a:cs typeface="Times New Roman" panose="02020603050405020304" pitchFamily="18" charset="0"/>
              </a:rPr>
              <a:t>chính</a:t>
            </a:r>
            <a:r>
              <a:rPr lang="en-US" sz="2200" b="1" dirty="0">
                <a:latin typeface="Times New Roman" panose="02020603050405020304" pitchFamily="18" charset="0"/>
                <a:cs typeface="Times New Roman" panose="02020603050405020304" pitchFamily="18" charset="0"/>
              </a:rPr>
              <a:t> </a:t>
            </a:r>
            <a:r>
              <a:rPr lang="en-US" sz="2200" b="1" dirty="0" err="1">
                <a:latin typeface="Times New Roman" panose="02020603050405020304" pitchFamily="18" charset="0"/>
                <a:cs typeface="Times New Roman" panose="02020603050405020304" pitchFamily="18" charset="0"/>
              </a:rPr>
              <a:t>xác</a:t>
            </a:r>
            <a:r>
              <a:rPr lang="vi-VN" sz="2200" dirty="0" smtClean="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Số</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dự</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đoán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đúng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tổng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số</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dự</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đoán</a:t>
            </a:r>
            <a:endParaRPr lang="en-US"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F742C7D-4CB4-0BED-66DD-C9A6EE3300FC}"/>
              </a:ext>
            </a:extLst>
          </p:cNvPr>
          <p:cNvSpPr>
            <a:spLocks noGrp="1"/>
          </p:cNvSpPr>
          <p:nvPr>
            <p:ph type="sldNum" sz="quarter" idx="12"/>
          </p:nvPr>
        </p:nvSpPr>
        <p:spPr/>
        <p:txBody>
          <a:bodyPr/>
          <a:lstStyle/>
          <a:p>
            <a:fld id="{DA8C51A7-BEEA-471D-933F-7E35BC04A30F}" type="slidenum">
              <a:rPr lang="en-US" smtClean="0"/>
              <a:pPr/>
              <a:t>16</a:t>
            </a:fld>
            <a:endParaRPr lang="en-US"/>
          </a:p>
        </p:txBody>
      </p:sp>
      <p:pic>
        <p:nvPicPr>
          <p:cNvPr id="6" name="Picture 5"/>
          <p:cNvPicPr>
            <a:picLocks noChangeAspect="1"/>
          </p:cNvPicPr>
          <p:nvPr/>
        </p:nvPicPr>
        <p:blipFill>
          <a:blip r:embed="rId2"/>
          <a:stretch>
            <a:fillRect/>
          </a:stretch>
        </p:blipFill>
        <p:spPr>
          <a:xfrm>
            <a:off x="1695686" y="1844824"/>
            <a:ext cx="6552727" cy="1800200"/>
          </a:xfrm>
          <a:prstGeom prst="rect">
            <a:avLst/>
          </a:prstGeom>
        </p:spPr>
      </p:pic>
      <p:sp>
        <p:nvSpPr>
          <p:cNvPr id="7" name="TextBox 6"/>
          <p:cNvSpPr txBox="1"/>
          <p:nvPr/>
        </p:nvSpPr>
        <p:spPr>
          <a:xfrm>
            <a:off x="318964" y="3458754"/>
            <a:ext cx="8946133" cy="430887"/>
          </a:xfrm>
          <a:prstGeom prst="rect">
            <a:avLst/>
          </a:prstGeom>
          <a:noFill/>
        </p:spPr>
        <p:txBody>
          <a:bodyPr wrap="square" rtlCol="0">
            <a:spAutoFit/>
          </a:bodyPr>
          <a:lstStyle/>
          <a:p>
            <a:r>
              <a:rPr lang="en-US" sz="2200" b="1" dirty="0" smtClean="0">
                <a:latin typeface="Times New Roman" panose="02020603050405020304" pitchFamily="18" charset="0"/>
                <a:cs typeface="Times New Roman" panose="02020603050405020304" pitchFamily="18" charset="0"/>
              </a:rPr>
              <a:t>2. Recall </a:t>
            </a:r>
            <a:r>
              <a:rPr lang="en-US" sz="2200" b="1" dirty="0">
                <a:latin typeface="Times New Roman" panose="02020603050405020304" pitchFamily="18" charset="0"/>
                <a:cs typeface="Times New Roman" panose="02020603050405020304" pitchFamily="18" charset="0"/>
              </a:rPr>
              <a:t>(R) — </a:t>
            </a:r>
            <a:r>
              <a:rPr lang="en-US" sz="2200" b="1" dirty="0" err="1">
                <a:latin typeface="Times New Roman" panose="02020603050405020304" pitchFamily="18" charset="0"/>
                <a:cs typeface="Times New Roman" panose="02020603050405020304" pitchFamily="18" charset="0"/>
              </a:rPr>
              <a:t>Độ</a:t>
            </a:r>
            <a:r>
              <a:rPr lang="en-US" sz="2200" b="1" dirty="0">
                <a:latin typeface="Times New Roman" panose="02020603050405020304" pitchFamily="18" charset="0"/>
                <a:cs typeface="Times New Roman" panose="02020603050405020304" pitchFamily="18" charset="0"/>
              </a:rPr>
              <a:t> </a:t>
            </a:r>
            <a:r>
              <a:rPr lang="en-US" sz="2200" b="1" dirty="0" err="1">
                <a:latin typeface="Times New Roman" panose="02020603050405020304" pitchFamily="18" charset="0"/>
                <a:cs typeface="Times New Roman" panose="02020603050405020304" pitchFamily="18" charset="0"/>
              </a:rPr>
              <a:t>nhạy</a:t>
            </a:r>
            <a:r>
              <a:rPr lang="vi-VN" sz="2200" dirty="0" smtClean="0">
                <a:latin typeface="Times New Roman" panose="02020603050405020304" pitchFamily="18" charset="0"/>
                <a:cs typeface="Times New Roman" panose="02020603050405020304" pitchFamily="18" charset="0"/>
              </a:rPr>
              <a:t>:</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Số</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dự</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đoán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đúng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tổng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số</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vật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thật</a:t>
            </a:r>
            <a:endParaRPr lang="en-US" sz="22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stretch>
            <a:fillRect/>
          </a:stretch>
        </p:blipFill>
        <p:spPr>
          <a:xfrm>
            <a:off x="1695686" y="4149080"/>
            <a:ext cx="6912768" cy="1512168"/>
          </a:xfrm>
          <a:prstGeom prst="rect">
            <a:avLst/>
          </a:prstGeom>
        </p:spPr>
      </p:pic>
    </p:spTree>
    <p:extLst>
      <p:ext uri="{BB962C8B-B14F-4D97-AF65-F5344CB8AC3E}">
        <p14:creationId xmlns:p14="http://schemas.microsoft.com/office/powerpoint/2010/main" val="22477573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5327-92DD-7010-8D44-CFEA8E38049D}"/>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VI. </a:t>
            </a:r>
            <a:r>
              <a:rPr lang="en-US" sz="2800" b="1" dirty="0">
                <a:latin typeface="Times New Roman" panose="02020603050405020304" pitchFamily="18" charset="0"/>
                <a:cs typeface="Times New Roman" panose="02020603050405020304" pitchFamily="18" charset="0"/>
              </a:rPr>
              <a:t>THỰC NGHIỆM</a:t>
            </a:r>
          </a:p>
        </p:txBody>
      </p:sp>
      <p:sp>
        <p:nvSpPr>
          <p:cNvPr id="3" name="Content Placeholder 2">
            <a:extLst>
              <a:ext uri="{FF2B5EF4-FFF2-40B4-BE49-F238E27FC236}">
                <a16:creationId xmlns:a16="http://schemas.microsoft.com/office/drawing/2014/main" id="{BBB912A7-8A2D-0981-25F7-9F4F81459A23}"/>
              </a:ext>
            </a:extLst>
          </p:cNvPr>
          <p:cNvSpPr>
            <a:spLocks noGrp="1"/>
          </p:cNvSpPr>
          <p:nvPr>
            <p:ph idx="1"/>
          </p:nvPr>
        </p:nvSpPr>
        <p:spPr>
          <a:xfrm>
            <a:off x="318964" y="1268761"/>
            <a:ext cx="9306173" cy="1152127"/>
          </a:xfrm>
        </p:spPr>
        <p:txBody>
          <a:bodyPr/>
          <a:lstStyle/>
          <a:p>
            <a:pPr marL="0" indent="0">
              <a:buNone/>
            </a:pPr>
            <a:r>
              <a:rPr lang="en-US" sz="2200" b="1" dirty="0" smtClean="0">
                <a:latin typeface="Times New Roman" panose="02020603050405020304" pitchFamily="18" charset="0"/>
                <a:cs typeface="Times New Roman" panose="02020603050405020304" pitchFamily="18" charset="0"/>
              </a:rPr>
              <a:t>3. IOU </a:t>
            </a:r>
            <a:r>
              <a:rPr lang="en-US" sz="2200" b="1" dirty="0">
                <a:latin typeface="Times New Roman" panose="02020603050405020304" pitchFamily="18" charset="0"/>
                <a:cs typeface="Times New Roman" panose="02020603050405020304" pitchFamily="18" charset="0"/>
              </a:rPr>
              <a:t>(Intersection over Union)</a:t>
            </a:r>
            <a:r>
              <a:rPr lang="vi-VN" sz="2200" dirty="0" smtClean="0">
                <a:latin typeface="Times New Roman" panose="02020603050405020304" pitchFamily="18" charset="0"/>
                <a:cs typeface="Times New Roman" panose="02020603050405020304" pitchFamily="18" charset="0"/>
              </a:rPr>
              <a:t>:</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Tỉ</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lệ</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giao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nhau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hợp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nhất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giữa</a:t>
            </a:r>
            <a:r>
              <a:rPr lang="en-US" sz="2200" dirty="0">
                <a:latin typeface="Times New Roman" panose="02020603050405020304" pitchFamily="18" charset="0"/>
                <a:cs typeface="Times New Roman" panose="02020603050405020304" pitchFamily="18" charset="0"/>
              </a:rPr>
              <a:t> box </a:t>
            </a:r>
            <a:r>
              <a:rPr lang="en-US" sz="2200" dirty="0" err="1">
                <a:latin typeface="Times New Roman" panose="02020603050405020304" pitchFamily="18" charset="0"/>
                <a:cs typeface="Times New Roman" panose="02020603050405020304" pitchFamily="18" charset="0"/>
              </a:rPr>
              <a:t>dự</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đoán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box </a:t>
            </a:r>
            <a:r>
              <a:rPr lang="en-US" sz="2200" dirty="0" err="1">
                <a:latin typeface="Times New Roman" panose="02020603050405020304" pitchFamily="18" charset="0"/>
                <a:cs typeface="Times New Roman" panose="02020603050405020304" pitchFamily="18" charset="0"/>
              </a:rPr>
              <a:t>thực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tế</a:t>
            </a:r>
            <a:r>
              <a:rPr lang="en-US" sz="2200"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2F742C7D-4CB4-0BED-66DD-C9A6EE3300FC}"/>
              </a:ext>
            </a:extLst>
          </p:cNvPr>
          <p:cNvSpPr>
            <a:spLocks noGrp="1"/>
          </p:cNvSpPr>
          <p:nvPr>
            <p:ph type="sldNum" sz="quarter" idx="12"/>
          </p:nvPr>
        </p:nvSpPr>
        <p:spPr/>
        <p:txBody>
          <a:bodyPr/>
          <a:lstStyle/>
          <a:p>
            <a:fld id="{DA8C51A7-BEEA-471D-933F-7E35BC04A30F}" type="slidenum">
              <a:rPr lang="en-US" smtClean="0"/>
              <a:pPr/>
              <a:t>17</a:t>
            </a:fld>
            <a:endParaRPr lang="en-US"/>
          </a:p>
        </p:txBody>
      </p:sp>
      <p:pic>
        <p:nvPicPr>
          <p:cNvPr id="7" name="Picture 6"/>
          <p:cNvPicPr>
            <a:picLocks noChangeAspect="1"/>
          </p:cNvPicPr>
          <p:nvPr/>
        </p:nvPicPr>
        <p:blipFill>
          <a:blip r:embed="rId2"/>
          <a:stretch>
            <a:fillRect/>
          </a:stretch>
        </p:blipFill>
        <p:spPr>
          <a:xfrm>
            <a:off x="1471092" y="1988840"/>
            <a:ext cx="7029350" cy="1325563"/>
          </a:xfrm>
          <a:prstGeom prst="rect">
            <a:avLst/>
          </a:prstGeom>
        </p:spPr>
      </p:pic>
      <p:sp>
        <p:nvSpPr>
          <p:cNvPr id="5" name="TextBox 4"/>
          <p:cNvSpPr txBox="1"/>
          <p:nvPr/>
        </p:nvSpPr>
        <p:spPr>
          <a:xfrm>
            <a:off x="336608" y="3401988"/>
            <a:ext cx="9234165" cy="769441"/>
          </a:xfrm>
          <a:prstGeom prst="rect">
            <a:avLst/>
          </a:prstGeom>
          <a:noFill/>
        </p:spPr>
        <p:txBody>
          <a:bodyPr wrap="square" rtlCol="0">
            <a:spAutoFit/>
          </a:bodyPr>
          <a:lstStyle/>
          <a:p>
            <a:r>
              <a:rPr lang="en-US" sz="2200" b="1" dirty="0" smtClean="0">
                <a:latin typeface="Times New Roman" panose="02020603050405020304" pitchFamily="18" charset="0"/>
                <a:cs typeface="Times New Roman" panose="02020603050405020304" pitchFamily="18" charset="0"/>
              </a:rPr>
              <a:t>4. mAP@0.5 </a:t>
            </a:r>
            <a:r>
              <a:rPr lang="en-US" sz="2200" b="1" dirty="0">
                <a:latin typeface="Times New Roman" panose="02020603050405020304" pitchFamily="18" charset="0"/>
                <a:cs typeface="Times New Roman" panose="02020603050405020304" pitchFamily="18" charset="0"/>
              </a:rPr>
              <a:t>(mean Average Precision at IOU=0.5)</a:t>
            </a:r>
            <a:r>
              <a:rPr lang="vi-VN" sz="2200" b="1" dirty="0" smtClean="0">
                <a:latin typeface="Times New Roman" panose="02020603050405020304" pitchFamily="18" charset="0"/>
                <a:cs typeface="Times New Roman" panose="02020603050405020304" pitchFamily="18" charset="0"/>
              </a:rPr>
              <a:t>:</a:t>
            </a:r>
            <a:r>
              <a:rPr lang="en-US" sz="2200" b="1" dirty="0" smtClean="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T</a:t>
            </a:r>
            <a:r>
              <a:rPr lang="vi-VN" sz="2200" dirty="0">
                <a:latin typeface="Times New Roman" panose="02020603050405020304" pitchFamily="18" charset="0"/>
                <a:cs typeface="Times New Roman" panose="02020603050405020304" pitchFamily="18" charset="0"/>
              </a:rPr>
              <a:t>rung bình của precision trên các ngưỡng confidence khác nhau, tính với IOU &gt;= 0.5.</a:t>
            </a:r>
            <a:endParaRPr lang="en-US" sz="22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stretch>
            <a:fillRect/>
          </a:stretch>
        </p:blipFill>
        <p:spPr>
          <a:xfrm>
            <a:off x="1785696" y="4171429"/>
            <a:ext cx="6400142" cy="1623370"/>
          </a:xfrm>
          <a:prstGeom prst="rect">
            <a:avLst/>
          </a:prstGeom>
        </p:spPr>
      </p:pic>
    </p:spTree>
    <p:extLst>
      <p:ext uri="{BB962C8B-B14F-4D97-AF65-F5344CB8AC3E}">
        <p14:creationId xmlns:p14="http://schemas.microsoft.com/office/powerpoint/2010/main" val="21660778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5327-92DD-7010-8D44-CFEA8E38049D}"/>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VI. </a:t>
            </a:r>
            <a:r>
              <a:rPr lang="en-US" sz="2800" b="1" dirty="0">
                <a:latin typeface="Times New Roman" panose="02020603050405020304" pitchFamily="18" charset="0"/>
                <a:cs typeface="Times New Roman" panose="02020603050405020304" pitchFamily="18" charset="0"/>
              </a:rPr>
              <a:t>THỰC NGHIỆM</a:t>
            </a:r>
          </a:p>
        </p:txBody>
      </p:sp>
      <p:sp>
        <p:nvSpPr>
          <p:cNvPr id="3" name="Content Placeholder 2">
            <a:extLst>
              <a:ext uri="{FF2B5EF4-FFF2-40B4-BE49-F238E27FC236}">
                <a16:creationId xmlns:a16="http://schemas.microsoft.com/office/drawing/2014/main" id="{BBB912A7-8A2D-0981-25F7-9F4F81459A23}"/>
              </a:ext>
            </a:extLst>
          </p:cNvPr>
          <p:cNvSpPr>
            <a:spLocks noGrp="1"/>
          </p:cNvSpPr>
          <p:nvPr>
            <p:ph idx="1"/>
          </p:nvPr>
        </p:nvSpPr>
        <p:spPr>
          <a:xfrm>
            <a:off x="318964" y="1268761"/>
            <a:ext cx="9306173" cy="648071"/>
          </a:xfrm>
        </p:spPr>
        <p:txBody>
          <a:bodyPr/>
          <a:lstStyle/>
          <a:p>
            <a:pPr marL="0" indent="0">
              <a:buNone/>
            </a:pPr>
            <a:r>
              <a:rPr lang="en-US" sz="2200" b="1" dirty="0" smtClean="0">
                <a:latin typeface="Times New Roman" panose="02020603050405020304" pitchFamily="18" charset="0"/>
                <a:cs typeface="Times New Roman" panose="02020603050405020304" pitchFamily="18" charset="0"/>
              </a:rPr>
              <a:t>5. F1-score</a:t>
            </a:r>
            <a:r>
              <a:rPr lang="vi-VN" sz="2200" b="1" dirty="0" smtClean="0">
                <a:latin typeface="Times New Roman" panose="02020603050405020304" pitchFamily="18" charset="0"/>
                <a:cs typeface="Times New Roman" panose="02020603050405020304" pitchFamily="18" charset="0"/>
              </a:rPr>
              <a:t>:</a:t>
            </a:r>
            <a:r>
              <a:rPr lang="en-US" sz="2200" b="1"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Là</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điểm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cân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bằng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giữa</a:t>
            </a:r>
            <a:r>
              <a:rPr lang="en-US" sz="2200" dirty="0">
                <a:latin typeface="Times New Roman" panose="02020603050405020304" pitchFamily="18" charset="0"/>
                <a:cs typeface="Times New Roman" panose="02020603050405020304" pitchFamily="18" charset="0"/>
              </a:rPr>
              <a:t> Precision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Recall.</a:t>
            </a:r>
          </a:p>
        </p:txBody>
      </p:sp>
      <p:sp>
        <p:nvSpPr>
          <p:cNvPr id="4" name="Slide Number Placeholder 3">
            <a:extLst>
              <a:ext uri="{FF2B5EF4-FFF2-40B4-BE49-F238E27FC236}">
                <a16:creationId xmlns:a16="http://schemas.microsoft.com/office/drawing/2014/main" id="{2F742C7D-4CB4-0BED-66DD-C9A6EE3300FC}"/>
              </a:ext>
            </a:extLst>
          </p:cNvPr>
          <p:cNvSpPr>
            <a:spLocks noGrp="1"/>
          </p:cNvSpPr>
          <p:nvPr>
            <p:ph type="sldNum" sz="quarter" idx="12"/>
          </p:nvPr>
        </p:nvSpPr>
        <p:spPr/>
        <p:txBody>
          <a:bodyPr/>
          <a:lstStyle/>
          <a:p>
            <a:fld id="{DA8C51A7-BEEA-471D-933F-7E35BC04A30F}" type="slidenum">
              <a:rPr lang="en-US" smtClean="0"/>
              <a:pPr/>
              <a:t>18</a:t>
            </a:fld>
            <a:endParaRPr lang="en-US"/>
          </a:p>
        </p:txBody>
      </p:sp>
      <p:pic>
        <p:nvPicPr>
          <p:cNvPr id="7" name="Picture 6"/>
          <p:cNvPicPr>
            <a:picLocks noChangeAspect="1"/>
          </p:cNvPicPr>
          <p:nvPr/>
        </p:nvPicPr>
        <p:blipFill>
          <a:blip r:embed="rId2"/>
          <a:stretch>
            <a:fillRect/>
          </a:stretch>
        </p:blipFill>
        <p:spPr>
          <a:xfrm>
            <a:off x="1767694" y="2204865"/>
            <a:ext cx="6408712" cy="1800200"/>
          </a:xfrm>
          <a:prstGeom prst="rect">
            <a:avLst/>
          </a:prstGeom>
        </p:spPr>
      </p:pic>
    </p:spTree>
    <p:extLst>
      <p:ext uri="{BB962C8B-B14F-4D97-AF65-F5344CB8AC3E}">
        <p14:creationId xmlns:p14="http://schemas.microsoft.com/office/powerpoint/2010/main" val="42460850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5327-92DD-7010-8D44-CFEA8E38049D}"/>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VI. </a:t>
            </a:r>
            <a:r>
              <a:rPr lang="en-US" sz="2800" b="1" dirty="0">
                <a:latin typeface="Times New Roman" panose="02020603050405020304" pitchFamily="18" charset="0"/>
                <a:cs typeface="Times New Roman" panose="02020603050405020304" pitchFamily="18" charset="0"/>
              </a:rPr>
              <a:t>THỰC NGHIỆM</a:t>
            </a:r>
          </a:p>
        </p:txBody>
      </p:sp>
      <p:sp>
        <p:nvSpPr>
          <p:cNvPr id="4" name="Slide Number Placeholder 3">
            <a:extLst>
              <a:ext uri="{FF2B5EF4-FFF2-40B4-BE49-F238E27FC236}">
                <a16:creationId xmlns:a16="http://schemas.microsoft.com/office/drawing/2014/main" id="{2F742C7D-4CB4-0BED-66DD-C9A6EE3300FC}"/>
              </a:ext>
            </a:extLst>
          </p:cNvPr>
          <p:cNvSpPr>
            <a:spLocks noGrp="1"/>
          </p:cNvSpPr>
          <p:nvPr>
            <p:ph type="sldNum" sz="quarter" idx="12"/>
          </p:nvPr>
        </p:nvSpPr>
        <p:spPr/>
        <p:txBody>
          <a:bodyPr/>
          <a:lstStyle/>
          <a:p>
            <a:fld id="{DA8C51A7-BEEA-471D-933F-7E35BC04A30F}" type="slidenum">
              <a:rPr lang="en-US" smtClean="0"/>
              <a:pPr/>
              <a:t>19</a:t>
            </a:fld>
            <a:endParaRPr lang="en-US"/>
          </a:p>
        </p:txBody>
      </p:sp>
      <p:pic>
        <p:nvPicPr>
          <p:cNvPr id="7" name="Picture 6"/>
          <p:cNvPicPr>
            <a:picLocks noChangeAspect="1"/>
          </p:cNvPicPr>
          <p:nvPr/>
        </p:nvPicPr>
        <p:blipFill>
          <a:blip r:embed="rId2"/>
          <a:stretch>
            <a:fillRect/>
          </a:stretch>
        </p:blipFill>
        <p:spPr>
          <a:xfrm>
            <a:off x="257718" y="1196752"/>
            <a:ext cx="10009111" cy="4680521"/>
          </a:xfrm>
          <a:prstGeom prst="rect">
            <a:avLst/>
          </a:prstGeom>
        </p:spPr>
      </p:pic>
    </p:spTree>
    <p:extLst>
      <p:ext uri="{BB962C8B-B14F-4D97-AF65-F5344CB8AC3E}">
        <p14:creationId xmlns:p14="http://schemas.microsoft.com/office/powerpoint/2010/main" val="10319516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7986F-3938-B8EB-0DAF-4EC560F3A1B1}"/>
              </a:ext>
            </a:extLst>
          </p:cNvPr>
          <p:cNvSpPr>
            <a:spLocks noGrp="1"/>
          </p:cNvSpPr>
          <p:nvPr>
            <p:ph type="title"/>
          </p:nvPr>
        </p:nvSpPr>
        <p:spPr>
          <a:xfrm>
            <a:off x="716682" y="146909"/>
            <a:ext cx="8874125" cy="1325563"/>
          </a:xfrm>
        </p:spPr>
        <p:txBody>
          <a:bodyPr/>
          <a:lstStyle/>
          <a:p>
            <a:r>
              <a:rPr lang="en-US" sz="2800" b="1" dirty="0" smtClean="0">
                <a:latin typeface="Times New Roman" panose="02020603050405020304" pitchFamily="18" charset="0"/>
                <a:cs typeface="Times New Roman" panose="02020603050405020304" pitchFamily="18" charset="0"/>
              </a:rPr>
              <a:t>VI. </a:t>
            </a:r>
            <a:r>
              <a:rPr lang="en-US" sz="2800" b="1" dirty="0">
                <a:latin typeface="Times New Roman" panose="02020603050405020304" pitchFamily="18" charset="0"/>
                <a:cs typeface="Times New Roman" panose="02020603050405020304" pitchFamily="18" charset="0"/>
              </a:rPr>
              <a:t>THỰC NGHIỆM</a:t>
            </a:r>
            <a:endParaRPr lang="en-US" sz="2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46956" y="1196752"/>
            <a:ext cx="9865095" cy="4908079"/>
          </a:xfrm>
          <a:prstGeom prst="rect">
            <a:avLst/>
          </a:prstGeom>
        </p:spPr>
      </p:pic>
    </p:spTree>
    <p:extLst>
      <p:ext uri="{BB962C8B-B14F-4D97-AF65-F5344CB8AC3E}">
        <p14:creationId xmlns:p14="http://schemas.microsoft.com/office/powerpoint/2010/main" val="6844706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7986F-3938-B8EB-0DAF-4EC560F3A1B1}"/>
              </a:ext>
            </a:extLst>
          </p:cNvPr>
          <p:cNvSpPr>
            <a:spLocks noGrp="1"/>
          </p:cNvSpPr>
          <p:nvPr>
            <p:ph type="title"/>
          </p:nvPr>
        </p:nvSpPr>
        <p:spPr>
          <a:xfrm>
            <a:off x="716682" y="146909"/>
            <a:ext cx="8874125" cy="1325563"/>
          </a:xfrm>
        </p:spPr>
        <p:txBody>
          <a:bodyPr/>
          <a:lstStyle/>
          <a:p>
            <a:r>
              <a:rPr lang="en-US" sz="2800" b="1" dirty="0" smtClean="0">
                <a:latin typeface="Times New Roman" panose="02020603050405020304" pitchFamily="18" charset="0"/>
                <a:cs typeface="Times New Roman" panose="02020603050405020304" pitchFamily="18" charset="0"/>
              </a:rPr>
              <a:t>VI. </a:t>
            </a:r>
            <a:r>
              <a:rPr lang="en-US" sz="2800" b="1" dirty="0">
                <a:latin typeface="Times New Roman" panose="02020603050405020304" pitchFamily="18" charset="0"/>
                <a:cs typeface="Times New Roman" panose="02020603050405020304" pitchFamily="18" charset="0"/>
              </a:rPr>
              <a:t>THỰC NGHIỆM</a:t>
            </a:r>
            <a:endParaRPr lang="en-US" sz="2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895028" y="1268760"/>
            <a:ext cx="8784976" cy="4877947"/>
          </a:xfrm>
          <a:prstGeom prst="rect">
            <a:avLst/>
          </a:prstGeom>
        </p:spPr>
      </p:pic>
    </p:spTree>
    <p:extLst>
      <p:ext uri="{BB962C8B-B14F-4D97-AF65-F5344CB8AC3E}">
        <p14:creationId xmlns:p14="http://schemas.microsoft.com/office/powerpoint/2010/main" val="105197980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7986F-3938-B8EB-0DAF-4EC560F3A1B1}"/>
              </a:ext>
            </a:extLst>
          </p:cNvPr>
          <p:cNvSpPr>
            <a:spLocks noGrp="1"/>
          </p:cNvSpPr>
          <p:nvPr>
            <p:ph type="title"/>
          </p:nvPr>
        </p:nvSpPr>
        <p:spPr>
          <a:xfrm>
            <a:off x="716682" y="146909"/>
            <a:ext cx="8874125" cy="1325563"/>
          </a:xfrm>
        </p:spPr>
        <p:txBody>
          <a:bodyPr/>
          <a:lstStyle/>
          <a:p>
            <a:r>
              <a:rPr lang="en-US" sz="2800" b="1" dirty="0" smtClean="0">
                <a:latin typeface="Times New Roman" panose="02020603050405020304" pitchFamily="18" charset="0"/>
                <a:cs typeface="Times New Roman" panose="02020603050405020304" pitchFamily="18" charset="0"/>
              </a:rPr>
              <a:t>VI. </a:t>
            </a:r>
            <a:r>
              <a:rPr lang="en-US" sz="2800" b="1" dirty="0">
                <a:latin typeface="Times New Roman" panose="02020603050405020304" pitchFamily="18" charset="0"/>
                <a:cs typeface="Times New Roman" panose="02020603050405020304" pitchFamily="18" charset="0"/>
              </a:rPr>
              <a:t>THỰC NGHIỆM</a:t>
            </a:r>
            <a:endParaRPr lang="en-US" sz="2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352425" y="1196751"/>
            <a:ext cx="9582150" cy="5137373"/>
          </a:xfrm>
          <a:prstGeom prst="rect">
            <a:avLst/>
          </a:prstGeom>
        </p:spPr>
      </p:pic>
    </p:spTree>
    <p:extLst>
      <p:ext uri="{BB962C8B-B14F-4D97-AF65-F5344CB8AC3E}">
        <p14:creationId xmlns:p14="http://schemas.microsoft.com/office/powerpoint/2010/main" val="25308665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5327-92DD-7010-8D44-CFEA8E38049D}"/>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VII. </a:t>
            </a:r>
            <a:r>
              <a:rPr lang="en-US" sz="2800" b="1" dirty="0" smtClean="0">
                <a:latin typeface="Times New Roman" panose="02020603050405020304" pitchFamily="18" charset="0"/>
                <a:cs typeface="Times New Roman" panose="02020603050405020304" pitchFamily="18" charset="0"/>
              </a:rPr>
              <a:t>KẾT LUẬN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B912A7-8A2D-0981-25F7-9F4F81459A23}"/>
              </a:ext>
            </a:extLst>
          </p:cNvPr>
          <p:cNvSpPr>
            <a:spLocks noGrp="1"/>
          </p:cNvSpPr>
          <p:nvPr>
            <p:ph idx="1"/>
          </p:nvPr>
        </p:nvSpPr>
        <p:spPr>
          <a:xfrm>
            <a:off x="318964" y="1268761"/>
            <a:ext cx="9306173" cy="3816423"/>
          </a:xfrm>
        </p:spPr>
        <p:txBody>
          <a:bodyPr/>
          <a:lstStyle/>
          <a:p>
            <a:r>
              <a:rPr lang="en-US" dirty="0" err="1" smtClean="0">
                <a:latin typeface="Times New Roman" panose="02020603050405020304" pitchFamily="18" charset="0"/>
                <a:cs typeface="Times New Roman" panose="02020603050405020304" pitchFamily="18" charset="0"/>
              </a:rPr>
              <a:t>Đã</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xây</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dựng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phương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pháp</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tự</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động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phát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hiện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trích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xuất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thông</a:t>
            </a:r>
            <a:r>
              <a:rPr lang="en-US" dirty="0" smtClean="0">
                <a:latin typeface="Times New Roman" panose="02020603050405020304" pitchFamily="18" charset="0"/>
                <a:cs typeface="Times New Roman" panose="02020603050405020304" pitchFamily="18" charset="0"/>
              </a:rPr>
              <a:t> tin </a:t>
            </a:r>
            <a:r>
              <a:rPr lang="en-US" dirty="0" err="1" smtClean="0">
                <a:latin typeface="Times New Roman" panose="02020603050405020304" pitchFamily="18" charset="0"/>
                <a:cs typeface="Times New Roman" panose="02020603050405020304" pitchFamily="18" charset="0"/>
              </a:rPr>
              <a:t>danh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thiếp</a:t>
            </a:r>
            <a:r>
              <a:rPr lang="en-US"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dirty="0" err="1" smtClean="0">
                <a:latin typeface="Times New Roman" panose="02020603050405020304" pitchFamily="18" charset="0"/>
                <a:cs typeface="Times New Roman" panose="02020603050405020304" pitchFamily="18" charset="0"/>
              </a:rPr>
              <a:t>Phương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pháp</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đạt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hiệu</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quả</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tương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đối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tốt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về</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độ</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chính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xác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tốc</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độ</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xử</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lý</a:t>
            </a:r>
            <a:r>
              <a:rPr lang="en-US" dirty="0" smtClean="0">
                <a:latin typeface="Times New Roman" panose="02020603050405020304" pitchFamily="18" charset="0"/>
                <a:cs typeface="Times New Roman" panose="02020603050405020304" pitchFamily="18" charset="0"/>
              </a:rPr>
              <a:t>.</a:t>
            </a:r>
          </a:p>
          <a:p>
            <a:r>
              <a:rPr lang="vi-VN" dirty="0" smtClean="0">
                <a:latin typeface="Times New Roman" panose="02020603050405020304" pitchFamily="18" charset="0"/>
                <a:cs typeface="Times New Roman" panose="02020603050405020304" pitchFamily="18" charset="0"/>
              </a:rPr>
              <a:t>Mở rộng hỗ trợ nhiều ngôn ngữ và mẫu danh thiếp đa dạng hơn.</a:t>
            </a:r>
            <a:endParaRPr lang="en-US" sz="2400" dirty="0" smtClean="0">
              <a:latin typeface="Times New Roman" panose="02020603050405020304" pitchFamily="18" charset="0"/>
              <a:cs typeface="Times New Roman" panose="02020603050405020304" pitchFamily="18" charset="0"/>
            </a:endParaRPr>
          </a:p>
          <a:p>
            <a:r>
              <a:rPr lang="vi-VN" dirty="0" smtClean="0">
                <a:latin typeface="Times New Roman" panose="02020603050405020304" pitchFamily="18" charset="0"/>
                <a:cs typeface="Times New Roman" panose="02020603050405020304" pitchFamily="18" charset="0"/>
              </a:rPr>
              <a:t>Phát triển giao diện người dùng thân thiện, tích hợp hệ thống quản lý dữ liệu danh thiếp.</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F742C7D-4CB4-0BED-66DD-C9A6EE3300FC}"/>
              </a:ext>
            </a:extLst>
          </p:cNvPr>
          <p:cNvSpPr>
            <a:spLocks noGrp="1"/>
          </p:cNvSpPr>
          <p:nvPr>
            <p:ph type="sldNum" sz="quarter" idx="12"/>
          </p:nvPr>
        </p:nvSpPr>
        <p:spPr/>
        <p:txBody>
          <a:bodyPr/>
          <a:lstStyle/>
          <a:p>
            <a:fld id="{DA8C51A7-BEEA-471D-933F-7E35BC04A30F}" type="slidenum">
              <a:rPr lang="en-US" smtClean="0"/>
              <a:pPr/>
              <a:t>23</a:t>
            </a:fld>
            <a:endParaRPr lang="en-US"/>
          </a:p>
        </p:txBody>
      </p:sp>
    </p:spTree>
    <p:extLst>
      <p:ext uri="{BB962C8B-B14F-4D97-AF65-F5344CB8AC3E}">
        <p14:creationId xmlns:p14="http://schemas.microsoft.com/office/powerpoint/2010/main" val="40622857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8AE7B-E2CC-9A4B-9175-98E9D035D304}"/>
              </a:ext>
            </a:extLst>
          </p:cNvPr>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LỜI CẢM ƠN</a:t>
            </a:r>
            <a:endParaRPr lang="en-US" sz="28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0B05ADF-06DA-3C4A-99A2-2D07E1BD9E40}"/>
              </a:ext>
            </a:extLst>
          </p:cNvPr>
          <p:cNvSpPr>
            <a:spLocks noGrp="1"/>
          </p:cNvSpPr>
          <p:nvPr>
            <p:ph type="sldNum" sz="quarter" idx="12"/>
          </p:nvPr>
        </p:nvSpPr>
        <p:spPr/>
        <p:txBody>
          <a:bodyPr/>
          <a:lstStyle/>
          <a:p>
            <a:fld id="{DA8C51A7-BEEA-471D-933F-7E35BC04A30F}" type="slidenum">
              <a:rPr lang="en-US"/>
              <a:pPr/>
              <a:t>24</a:t>
            </a:fld>
            <a:endParaRPr lang="en-US"/>
          </a:p>
        </p:txBody>
      </p:sp>
      <p:sp>
        <p:nvSpPr>
          <p:cNvPr id="5" name="TextBox 4">
            <a:extLst>
              <a:ext uri="{FF2B5EF4-FFF2-40B4-BE49-F238E27FC236}">
                <a16:creationId xmlns:a16="http://schemas.microsoft.com/office/drawing/2014/main" id="{7FF23C05-73B2-0BA4-11DB-89BC7143DE4D}"/>
              </a:ext>
            </a:extLst>
          </p:cNvPr>
          <p:cNvSpPr txBox="1"/>
          <p:nvPr/>
        </p:nvSpPr>
        <p:spPr>
          <a:xfrm>
            <a:off x="751012" y="1340768"/>
            <a:ext cx="9001000" cy="2923877"/>
          </a:xfrm>
          <a:prstGeom prst="rect">
            <a:avLst/>
          </a:prstGeom>
          <a:noFill/>
        </p:spPr>
        <p:txBody>
          <a:bodyPr wrap="square" rtlCol="0">
            <a:spAutoFit/>
          </a:bodyPr>
          <a:lstStyle/>
          <a:p>
            <a:r>
              <a:rPr lang="vi-VN" sz="2300" dirty="0" smtClean="0">
                <a:latin typeface="+mj-lt"/>
                <a:cs typeface="Calibri" panose="020F0502020204030204" pitchFamily="34" charset="0"/>
              </a:rPr>
              <a:t>Cuối cùng, em xin chân thành cảm ơn quý thầy cô</a:t>
            </a:r>
            <a:r>
              <a:rPr lang="en-US" sz="2300" dirty="0" smtClean="0">
                <a:latin typeface="+mj-lt"/>
                <a:cs typeface="Calibri" panose="020F0502020204030204" pitchFamily="34" charset="0"/>
              </a:rPr>
              <a:t>, </a:t>
            </a:r>
            <a:r>
              <a:rPr lang="en-US" sz="2300" dirty="0" err="1" smtClean="0">
                <a:latin typeface="+mj-lt"/>
                <a:cs typeface="Calibri" panose="020F0502020204030204" pitchFamily="34" charset="0"/>
              </a:rPr>
              <a:t>các</a:t>
            </a:r>
            <a:r>
              <a:rPr lang="en-US" sz="2300" dirty="0" smtClean="0">
                <a:latin typeface="+mj-lt"/>
                <a:cs typeface="Calibri" panose="020F0502020204030204" pitchFamily="34" charset="0"/>
              </a:rPr>
              <a:t> </a:t>
            </a:r>
            <a:r>
              <a:rPr lang="en-US" sz="2300" dirty="0" err="1" smtClean="0">
                <a:latin typeface="+mj-lt"/>
                <a:cs typeface="Calibri" panose="020F0502020204030204" pitchFamily="34" charset="0"/>
              </a:rPr>
              <a:t>bạn</a:t>
            </a:r>
            <a:r>
              <a:rPr lang="vi-VN" sz="2300" dirty="0" smtClean="0">
                <a:latin typeface="+mj-lt"/>
                <a:cs typeface="Calibri" panose="020F0502020204030204" pitchFamily="34" charset="0"/>
              </a:rPr>
              <a:t> trong Hội đồng đã dành thời gian lắng nghe phần trình bày và góp ý cho báo cáo của em. </a:t>
            </a:r>
            <a:endParaRPr lang="en-US" sz="2300" dirty="0" smtClean="0">
              <a:latin typeface="+mj-lt"/>
              <a:cs typeface="Calibri" panose="020F0502020204030204" pitchFamily="34" charset="0"/>
            </a:endParaRPr>
          </a:p>
          <a:p>
            <a:endParaRPr lang="en-US" sz="2300" dirty="0">
              <a:latin typeface="+mj-lt"/>
              <a:cs typeface="Calibri" panose="020F0502020204030204" pitchFamily="34" charset="0"/>
            </a:endParaRPr>
          </a:p>
          <a:p>
            <a:r>
              <a:rPr lang="vi-VN" sz="2300" dirty="0" smtClean="0">
                <a:latin typeface="+mj-lt"/>
                <a:cs typeface="Calibri" panose="020F0502020204030204" pitchFamily="34" charset="0"/>
              </a:rPr>
              <a:t>Những nhận xét, câu hỏi và đóng góp của thầy cô là rất quý báu và sẽ giúp em hoàn thiện hơn trong quá trình làm đồ án cũng như nâng cao kiến thức chuyên môn của mình.</a:t>
            </a:r>
            <a:endParaRPr lang="en-US" sz="2300" dirty="0" smtClean="0">
              <a:latin typeface="+mj-lt"/>
              <a:cs typeface="Calibri" panose="020F0502020204030204" pitchFamily="34" charset="0"/>
            </a:endParaRPr>
          </a:p>
          <a:p>
            <a:endParaRPr lang="vi-VN" sz="2300" dirty="0" smtClean="0">
              <a:latin typeface="+mj-lt"/>
              <a:cs typeface="Calibri" panose="020F0502020204030204" pitchFamily="34" charset="0"/>
            </a:endParaRPr>
          </a:p>
          <a:p>
            <a:r>
              <a:rPr lang="vi-VN" sz="2300" dirty="0" smtClean="0">
                <a:latin typeface="+mj-lt"/>
                <a:cs typeface="Calibri" panose="020F0502020204030204" pitchFamily="34" charset="0"/>
              </a:rPr>
              <a:t>Em xin trân trọng cảm ơn!</a:t>
            </a:r>
            <a:endParaRPr lang="vi-VN" sz="2300" dirty="0">
              <a:latin typeface="+mj-lt"/>
              <a:cs typeface="Calibri" panose="020F0502020204030204" pitchFamily="34" charset="0"/>
            </a:endParaRPr>
          </a:p>
        </p:txBody>
      </p:sp>
    </p:spTree>
    <p:extLst>
      <p:ext uri="{BB962C8B-B14F-4D97-AF65-F5344CB8AC3E}">
        <p14:creationId xmlns:p14="http://schemas.microsoft.com/office/powerpoint/2010/main" val="17532852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Template" id="{0AF96A80-A828-A34E-A395-551D35D8BAE2}" vid="{38747540-D07E-8842-8803-D3EFDEFF576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15466</TotalTime>
  <Words>1199</Words>
  <Application>Microsoft Office PowerPoint</Application>
  <PresentationFormat>35mm Slides</PresentationFormat>
  <Paragraphs>123</Paragraphs>
  <Slides>24</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MS PGothic</vt:lpstr>
      <vt:lpstr>MS PGothic</vt:lpstr>
      <vt:lpstr>.VnTime</vt:lpstr>
      <vt:lpstr>Arial</vt:lpstr>
      <vt:lpstr>Calibri</vt:lpstr>
      <vt:lpstr>Calibri Light</vt:lpstr>
      <vt:lpstr>Tahoma</vt:lpstr>
      <vt:lpstr>Times New Roman</vt:lpstr>
      <vt:lpstr>Wingdings</vt:lpstr>
      <vt:lpstr>Office Theme</vt:lpstr>
      <vt:lpstr>ĐỒ ÁN TỐT NGHIỆP ĐỀ TÀI: PHÁT HIỆN VÀ TRÍCH XUẤT THÔNG TIN TRÊN DANH THIẾP</vt:lpstr>
      <vt:lpstr>PowerPoint Presentation</vt:lpstr>
      <vt:lpstr>PowerPoint Presentation</vt:lpstr>
      <vt:lpstr>I. MỤC TIÊU ĐỀ TÀI</vt:lpstr>
      <vt:lpstr>II. TỔNG QUAN VẤN ĐỀ VÀ LÝ DO CHỌN ĐỀ TÀI</vt:lpstr>
      <vt:lpstr>III. BÀI TOÁN PHÁT HIỆN VẬT THỂ</vt:lpstr>
      <vt:lpstr>IV. CÔNG NGHỆ SỬ DỤNG</vt:lpstr>
      <vt:lpstr>IV. CÔNG NGHỆ SỬ DỤNG</vt:lpstr>
      <vt:lpstr>V. QUY TRÌNH THỰC HIỆN</vt:lpstr>
      <vt:lpstr>V. QUY TRÌNH THỰC HIỆN</vt:lpstr>
      <vt:lpstr>V. QUY TRÌNH THỰC HIỆN</vt:lpstr>
      <vt:lpstr>V. QUY TRÌNH THỰC HIỆN</vt:lpstr>
      <vt:lpstr>V. QUY TRÌNH THỰC HIỆN</vt:lpstr>
      <vt:lpstr>V. QUY TRÌNH THỰC HIỆN</vt:lpstr>
      <vt:lpstr>VI. THỰC NGHIỆM</vt:lpstr>
      <vt:lpstr>VI. THỰC NGHIỆM</vt:lpstr>
      <vt:lpstr>VI. THỰC NGHIỆM</vt:lpstr>
      <vt:lpstr>VI. THỰC NGHIỆM</vt:lpstr>
      <vt:lpstr>VI. THỰC NGHIỆM</vt:lpstr>
      <vt:lpstr>VI. THỰC NGHIỆM</vt:lpstr>
      <vt:lpstr>VI. THỰC NGHIỆM</vt:lpstr>
      <vt:lpstr>VI. THỰC NGHIỆM</vt:lpstr>
      <vt:lpstr>VII. KẾT LUẬN</vt:lpstr>
      <vt:lpstr>LỜI CẢM ƠN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TIN HỌC ĐẠI CƯƠNG Chương 5. Ngôn ngữ lập trình C++</dc:title>
  <dc:creator>Dinh Anh Nguyen</dc:creator>
  <cp:lastModifiedBy>Admin</cp:lastModifiedBy>
  <cp:revision>177</cp:revision>
  <cp:lastPrinted>2021-01-31T11:08:06Z</cp:lastPrinted>
  <dcterms:created xsi:type="dcterms:W3CDTF">2018-12-13T03:42:15Z</dcterms:created>
  <dcterms:modified xsi:type="dcterms:W3CDTF">2025-05-21T09:39:31Z</dcterms:modified>
</cp:coreProperties>
</file>